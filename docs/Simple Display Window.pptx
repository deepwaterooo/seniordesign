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2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5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2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4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20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7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4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42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7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8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00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25A30-150D-42EC-81CD-2BB1FF503609}" type="datetimeFigureOut">
              <a:rPr lang="en-US" smtClean="0"/>
              <a:t>10/13/2014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AE044-1868-47D0-A05A-E19D41D477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1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41400" y="1676400"/>
            <a:ext cx="9893300" cy="4787900"/>
            <a:chOff x="444500" y="317500"/>
            <a:chExt cx="11379200" cy="6134100"/>
          </a:xfrm>
        </p:grpSpPr>
        <p:sp>
          <p:nvSpPr>
            <p:cNvPr id="4" name="Rectangle 3"/>
            <p:cNvSpPr/>
            <p:nvPr/>
          </p:nvSpPr>
          <p:spPr>
            <a:xfrm>
              <a:off x="444500" y="342900"/>
              <a:ext cx="11379200" cy="61087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896" y="330200"/>
              <a:ext cx="11363804" cy="4076700"/>
            </a:xfrm>
            <a:prstGeom prst="rect">
              <a:avLst/>
            </a:prstGeom>
          </p:spPr>
        </p:pic>
        <p:sp>
          <p:nvSpPr>
            <p:cNvPr id="6" name="Pentagon 5"/>
            <p:cNvSpPr/>
            <p:nvPr/>
          </p:nvSpPr>
          <p:spPr>
            <a:xfrm>
              <a:off x="4547781" y="4965700"/>
              <a:ext cx="940308" cy="67411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256185" y="4965700"/>
              <a:ext cx="812800" cy="67411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8" name="Right Arrow 7"/>
            <p:cNvSpPr/>
            <p:nvPr/>
          </p:nvSpPr>
          <p:spPr>
            <a:xfrm>
              <a:off x="7994997" y="4965700"/>
              <a:ext cx="858686" cy="674116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4500" y="342900"/>
              <a:ext cx="4953000" cy="408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818552" y="317500"/>
              <a:ext cx="5005148" cy="4089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3" name="Right Arrow 12"/>
            <p:cNvSpPr/>
            <p:nvPr/>
          </p:nvSpPr>
          <p:spPr>
            <a:xfrm rot="10800000">
              <a:off x="2921000" y="4965700"/>
              <a:ext cx="858686" cy="674116"/>
            </a:xfrm>
            <a:prstGeom prst="rightArrow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054786" y="658050"/>
            <a:ext cx="98799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Simple Display Window</a:t>
            </a:r>
            <a:endParaRPr lang="en-US" sz="4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927211" y="5962819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Back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02357" y="5974048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Stop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4610007" y="5962819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Play</a:t>
            </a: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7488233" y="5962819"/>
            <a:ext cx="172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Forward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8961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Idaho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Bailey, Paul (bail1806@vandals.uidaho.edu)</dc:creator>
  <cp:lastModifiedBy>Bailey, Paul (bail1806@vandals.uidaho.edu)</cp:lastModifiedBy>
  <cp:revision>3</cp:revision>
  <dcterms:created xsi:type="dcterms:W3CDTF">2014-10-13T22:46:38Z</dcterms:created>
  <dcterms:modified xsi:type="dcterms:W3CDTF">2014-10-13T22:53:44Z</dcterms:modified>
</cp:coreProperties>
</file>