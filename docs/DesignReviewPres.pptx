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830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1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61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0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21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6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6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4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6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3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6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BA4E3-4579-440B-B0D3-B52A28D5FE06}" type="datetimeFigureOut">
              <a:rPr lang="en-US" smtClean="0"/>
              <a:t>11/11/2014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7B54384-BF5B-4EA1-AEAC-D5C1232D516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19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1276350"/>
            <a:ext cx="4762500" cy="1776413"/>
          </a:xfrm>
        </p:spPr>
        <p:txBody>
          <a:bodyPr>
            <a:normAutofit fontScale="90000"/>
          </a:bodyPr>
          <a:lstStyle/>
          <a:p>
            <a:r>
              <a:rPr lang="en-US" dirty="0"/>
              <a:t>Tower Lights </a:t>
            </a:r>
            <a:r>
              <a:rPr lang="en-US" dirty="0" smtClean="0"/>
              <a:t>Animator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8724" y="3775351"/>
            <a:ext cx="5124450" cy="230346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Project by the </a:t>
            </a:r>
            <a:r>
              <a:rPr lang="en-US" dirty="0"/>
              <a:t>Tower </a:t>
            </a:r>
            <a:r>
              <a:rPr lang="en-US" dirty="0" err="1" smtClean="0"/>
              <a:t>ILLuminati</a:t>
            </a:r>
            <a:r>
              <a:rPr lang="en-US" dirty="0" smtClean="0"/>
              <a:t> –</a:t>
            </a:r>
          </a:p>
          <a:p>
            <a:r>
              <a:rPr lang="en-US" sz="1600" dirty="0" smtClean="0"/>
              <a:t>Ranger Adams</a:t>
            </a:r>
          </a:p>
          <a:p>
            <a:r>
              <a:rPr lang="en-US" sz="1600" dirty="0" smtClean="0"/>
              <a:t>Paul Bailey</a:t>
            </a:r>
          </a:p>
          <a:p>
            <a:r>
              <a:rPr lang="en-US" sz="1600" dirty="0" smtClean="0"/>
              <a:t>Matt Brown</a:t>
            </a:r>
          </a:p>
          <a:p>
            <a:r>
              <a:rPr lang="en-US" sz="1600" dirty="0" err="1" smtClean="0"/>
              <a:t>Heyan</a:t>
            </a:r>
            <a:r>
              <a:rPr lang="en-US" sz="1600" dirty="0" smtClean="0"/>
              <a:t> Huang</a:t>
            </a:r>
          </a:p>
          <a:p>
            <a:r>
              <a:rPr lang="en-US" sz="1600" dirty="0" err="1" smtClean="0"/>
              <a:t>Emeth</a:t>
            </a:r>
            <a:r>
              <a:rPr lang="en-US" sz="1600" dirty="0" smtClean="0"/>
              <a:t> Thompson</a:t>
            </a:r>
            <a:endParaRPr lang="en-US" sz="1600" dirty="0"/>
          </a:p>
        </p:txBody>
      </p:sp>
      <p:pic>
        <p:nvPicPr>
          <p:cNvPr id="1030" name="Picture 6" descr="File:Tow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450" y="1118394"/>
            <a:ext cx="4436173" cy="478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482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Link .tan file with corresponding audio file</a:t>
            </a:r>
          </a:p>
          <a:p>
            <a:r>
              <a:rPr lang="en-US" dirty="0" smtClean="0"/>
              <a:t>Rewrite in C++</a:t>
            </a:r>
          </a:p>
          <a:p>
            <a:r>
              <a:rPr lang="en-US" dirty="0" smtClean="0"/>
              <a:t>Make light shows “easier”</a:t>
            </a:r>
          </a:p>
          <a:p>
            <a:pPr lvl="1"/>
            <a:r>
              <a:rPr lang="en-US" dirty="0" smtClean="0"/>
              <a:t>Less clicks</a:t>
            </a:r>
          </a:p>
          <a:p>
            <a:pPr lvl="1"/>
            <a:r>
              <a:rPr lang="en-US" dirty="0" smtClean="0"/>
              <a:t>Automated movement</a:t>
            </a:r>
          </a:p>
          <a:p>
            <a:pPr lvl="1"/>
            <a:r>
              <a:rPr lang="en-US" dirty="0" smtClean="0"/>
              <a:t>Pre-generated shapes</a:t>
            </a:r>
          </a:p>
          <a:p>
            <a:pPr lvl="1"/>
            <a:r>
              <a:rPr lang="en-US" dirty="0" smtClean="0"/>
              <a:t>Pre-generated animations</a:t>
            </a:r>
          </a:p>
          <a:p>
            <a:pPr lvl="1"/>
            <a:r>
              <a:rPr lang="en-US" dirty="0" smtClean="0"/>
              <a:t>Import from other 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00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5625"/>
            <a:ext cx="4636770" cy="4351338"/>
          </a:xfrm>
        </p:spPr>
        <p:txBody>
          <a:bodyPr/>
          <a:lstStyle/>
          <a:p>
            <a:r>
              <a:rPr lang="en-US" dirty="0" smtClean="0"/>
              <a:t>Current program (v0.3) in C#</a:t>
            </a:r>
          </a:p>
          <a:p>
            <a:r>
              <a:rPr lang="en-US" dirty="0" smtClean="0"/>
              <a:t>Every “window” change requires a click</a:t>
            </a:r>
          </a:p>
          <a:p>
            <a:r>
              <a:rPr lang="en-US" dirty="0" smtClean="0"/>
              <a:t>v0.2 was black and white</a:t>
            </a:r>
          </a:p>
          <a:p>
            <a:r>
              <a:rPr lang="en-US" dirty="0" smtClean="0"/>
              <a:t>UI CS Curriculum is C++ based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839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3870651" cy="4514850"/>
          </a:xfrm>
        </p:spPr>
        <p:txBody>
          <a:bodyPr/>
          <a:lstStyle/>
          <a:p>
            <a:r>
              <a:rPr lang="en-US" dirty="0" smtClean="0"/>
              <a:t>GUI design</a:t>
            </a:r>
            <a:endParaRPr lang="en-US" dirty="0"/>
          </a:p>
          <a:p>
            <a:r>
              <a:rPr lang="en-US" dirty="0" smtClean="0"/>
              <a:t>Design documents</a:t>
            </a:r>
          </a:p>
          <a:p>
            <a:r>
              <a:rPr lang="en-US" dirty="0" smtClean="0"/>
              <a:t>Main division of work</a:t>
            </a:r>
          </a:p>
          <a:p>
            <a:r>
              <a:rPr lang="en-US" dirty="0" smtClean="0"/>
              <a:t>Classes and Prototypes</a:t>
            </a:r>
          </a:p>
          <a:p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931" y="1737360"/>
            <a:ext cx="6385869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52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5625"/>
            <a:ext cx="4865370" cy="4351338"/>
          </a:xfrm>
        </p:spPr>
        <p:txBody>
          <a:bodyPr/>
          <a:lstStyle/>
          <a:p>
            <a:r>
              <a:rPr lang="en-US" dirty="0" smtClean="0"/>
              <a:t>Implement functionality to GUI</a:t>
            </a:r>
          </a:p>
          <a:p>
            <a:r>
              <a:rPr lang="en-US" dirty="0" smtClean="0"/>
              <a:t>Implement multiple “pixel” movement</a:t>
            </a:r>
          </a:p>
          <a:p>
            <a:r>
              <a:rPr lang="en-US" dirty="0" smtClean="0"/>
              <a:t>Figure out modifications to .tan file layout</a:t>
            </a:r>
          </a:p>
          <a:p>
            <a:r>
              <a:rPr lang="en-US" dirty="0" smtClean="0"/>
              <a:t>Next Semester</a:t>
            </a:r>
          </a:p>
          <a:p>
            <a:pPr lvl="1"/>
            <a:r>
              <a:rPr lang="en-US" dirty="0" smtClean="0"/>
              <a:t>Implement more advanced animations/movements</a:t>
            </a:r>
          </a:p>
          <a:p>
            <a:pPr lvl="1"/>
            <a:r>
              <a:rPr lang="en-US" dirty="0" smtClean="0"/>
              <a:t>Add more GUI features</a:t>
            </a:r>
          </a:p>
          <a:p>
            <a:endParaRPr lang="en-US" dirty="0"/>
          </a:p>
        </p:txBody>
      </p:sp>
      <p:pic>
        <p:nvPicPr>
          <p:cNvPr id="2050" name="Picture 2" descr="File:2014 TowerILL Clas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1690688"/>
            <a:ext cx="4257675" cy="4236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209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Preliminary 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dirty="0" smtClean="0"/>
              <a:t>Design</a:t>
            </a:r>
          </a:p>
          <a:p>
            <a:pPr lvl="1"/>
            <a:r>
              <a:rPr lang="en-US" dirty="0" smtClean="0"/>
              <a:t>Prototypes and Classes</a:t>
            </a:r>
          </a:p>
          <a:p>
            <a:pPr lvl="1"/>
            <a:r>
              <a:rPr lang="en-US" dirty="0" smtClean="0"/>
              <a:t>More to be Added</a:t>
            </a:r>
          </a:p>
          <a:p>
            <a:r>
              <a:rPr lang="en-US" dirty="0" smtClean="0"/>
              <a:t>Coding</a:t>
            </a:r>
          </a:p>
          <a:p>
            <a:pPr lvl="1"/>
            <a:r>
              <a:rPr lang="en-US" dirty="0" smtClean="0"/>
              <a:t>Based on Design</a:t>
            </a:r>
          </a:p>
          <a:p>
            <a:pPr lvl="1"/>
            <a:r>
              <a:rPr lang="en-US" dirty="0" smtClean="0"/>
              <a:t>Testing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16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7437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7006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</TotalTime>
  <Words>139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Retrospect</vt:lpstr>
      <vt:lpstr>Tower Lights Animator</vt:lpstr>
      <vt:lpstr>Goals</vt:lpstr>
      <vt:lpstr>Background</vt:lpstr>
      <vt:lpstr>Status</vt:lpstr>
      <vt:lpstr>Future Work</vt:lpstr>
      <vt:lpstr>Preliminary Conclusions</vt:lpstr>
      <vt:lpstr>Questions?</vt:lpstr>
    </vt:vector>
  </TitlesOfParts>
  <Company>University of Idaho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Tower Lights Animator</dc:title>
  <dc:creator>Adams, Ranger (adam6860@vandals.uidaho.edu)</dc:creator>
  <cp:lastModifiedBy>Adams, Ranger (adam6860@vandals.uidaho.edu)</cp:lastModifiedBy>
  <cp:revision>6</cp:revision>
  <dcterms:created xsi:type="dcterms:W3CDTF">2014-11-11T22:00:05Z</dcterms:created>
  <dcterms:modified xsi:type="dcterms:W3CDTF">2014-11-11T22:23:43Z</dcterms:modified>
</cp:coreProperties>
</file>