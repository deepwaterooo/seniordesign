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png" ContentType="image/png"/>
  <Default Extension="xml" ContentType="application/xml"/>
  <Override PartName="/ppt/slideLayouts/slideLayout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3.xml" ContentType="application/vnd.openxmlformats-officedocument.presentationml.notesSlide+xml"/>
  <Override PartName="/ppt/notesMasters/notesMaster1.xml" ContentType="application/vnd.openxmlformats-officedocument.presentationml.notesMaster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3.xml" ContentType="application/vnd.openxmlformats-officedocument.theme+xml"/>
  <Override PartName="/ppt/theme/theme2.xml" ContentType="application/vnd.openxmlformats-officedocument.theme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s/slide7.xml" ContentType="application/vnd.openxmlformats-officedocument.presentationml.slide+xml"/>
  <Override PartName="/ppt/slides/slide1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</Types>
</file>

<file path=_rels/.rels><?xml version="1.0" encoding="UTF-8" standalone="yes"?><Relationships xmlns="http://schemas.openxmlformats.org/package/2006/relationships"><Relationship Target="ppt/presentation.xml" Type="http://schemas.openxmlformats.org/officeDocument/2006/relationships/officeDocument" Id="rId1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aveSubsetFonts="1" autoCompressPictures="0" strictFirstAndLastChars="0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6858000" cx="12192000"/>
  <p:notesSz cy="9144000" cx="6858000"/>
  <p:defaultTextStyle>
    <a:defPPr algn="l" rtl="0" marR="0">
      <a:lnSpc>
        <a:spcPct val="100000"/>
      </a:lnSpc>
      <a:spcBef>
        <a:spcPts val="0"/>
      </a:spcBef>
      <a:spcAft>
        <a:spcPts val="0"/>
      </a:spcAft>
    </a:defPPr>
    <a:lvl1pPr algn="l" rtl="0" marR="0">
      <a:lnSpc>
        <a:spcPct val="100000"/>
      </a:lnSpc>
      <a:spcBef>
        <a:spcPts val="0"/>
      </a:spcBef>
      <a:spcAft>
        <a:spcPts val="0"/>
      </a:spcAft>
      <a:buNone/>
      <a:defRPr strike="noStrike" u="none" b="0" cap="none" baseline="0" sz="1400" i="0">
        <a:solidFill>
          <a:srgbClr val="000000"/>
        </a:solidFill>
        <a:latin typeface="Arial"/>
        <a:ea typeface="Arial"/>
        <a:cs typeface="Arial"/>
        <a:sym typeface="Arial"/>
        <a:rtl val="0"/>
      </a:defRPr>
    </a:lvl1pPr>
    <a:lvl2pPr algn="l" rtl="0" marR="0">
      <a:lnSpc>
        <a:spcPct val="100000"/>
      </a:lnSpc>
      <a:spcBef>
        <a:spcPts val="0"/>
      </a:spcBef>
      <a:spcAft>
        <a:spcPts val="0"/>
      </a:spcAft>
      <a:buNone/>
      <a:defRPr strike="noStrike" u="none" b="0" cap="none" baseline="0" sz="1400" i="0">
        <a:solidFill>
          <a:srgbClr val="000000"/>
        </a:solidFill>
        <a:latin typeface="Arial"/>
        <a:ea typeface="Arial"/>
        <a:cs typeface="Arial"/>
        <a:sym typeface="Arial"/>
        <a:rtl val="0"/>
      </a:defRPr>
    </a:lvl2pPr>
    <a:lvl3pPr algn="l" rtl="0" marR="0">
      <a:lnSpc>
        <a:spcPct val="100000"/>
      </a:lnSpc>
      <a:spcBef>
        <a:spcPts val="0"/>
      </a:spcBef>
      <a:spcAft>
        <a:spcPts val="0"/>
      </a:spcAft>
      <a:buNone/>
      <a:defRPr strike="noStrike" u="none" b="0" cap="none" baseline="0" sz="1400" i="0">
        <a:solidFill>
          <a:srgbClr val="000000"/>
        </a:solidFill>
        <a:latin typeface="Arial"/>
        <a:ea typeface="Arial"/>
        <a:cs typeface="Arial"/>
        <a:sym typeface="Arial"/>
        <a:rtl val="0"/>
      </a:defRPr>
    </a:lvl3pPr>
    <a:lvl4pPr algn="l" rtl="0" marR="0">
      <a:lnSpc>
        <a:spcPct val="100000"/>
      </a:lnSpc>
      <a:spcBef>
        <a:spcPts val="0"/>
      </a:spcBef>
      <a:spcAft>
        <a:spcPts val="0"/>
      </a:spcAft>
      <a:buNone/>
      <a:defRPr strike="noStrike" u="none" b="0" cap="none" baseline="0" sz="1400" i="0">
        <a:solidFill>
          <a:srgbClr val="000000"/>
        </a:solidFill>
        <a:latin typeface="Arial"/>
        <a:ea typeface="Arial"/>
        <a:cs typeface="Arial"/>
        <a:sym typeface="Arial"/>
        <a:rtl val="0"/>
      </a:defRPr>
    </a:lvl4pPr>
    <a:lvl5pPr algn="l" rtl="0" marR="0">
      <a:lnSpc>
        <a:spcPct val="100000"/>
      </a:lnSpc>
      <a:spcBef>
        <a:spcPts val="0"/>
      </a:spcBef>
      <a:spcAft>
        <a:spcPts val="0"/>
      </a:spcAft>
      <a:buNone/>
      <a:defRPr strike="noStrike" u="none" b="0" cap="none" baseline="0" sz="1400" i="0">
        <a:solidFill>
          <a:srgbClr val="000000"/>
        </a:solidFill>
        <a:latin typeface="Arial"/>
        <a:ea typeface="Arial"/>
        <a:cs typeface="Arial"/>
        <a:sym typeface="Arial"/>
        <a:rtl val="0"/>
      </a:defRPr>
    </a:lvl5pPr>
    <a:lvl6pPr algn="l" rtl="0" marR="0">
      <a:lnSpc>
        <a:spcPct val="100000"/>
      </a:lnSpc>
      <a:spcBef>
        <a:spcPts val="0"/>
      </a:spcBef>
      <a:spcAft>
        <a:spcPts val="0"/>
      </a:spcAft>
      <a:buNone/>
      <a:defRPr strike="noStrike" u="none" b="0" cap="none" baseline="0" sz="1400" i="0">
        <a:solidFill>
          <a:srgbClr val="000000"/>
        </a:solidFill>
        <a:latin typeface="Arial"/>
        <a:ea typeface="Arial"/>
        <a:cs typeface="Arial"/>
        <a:sym typeface="Arial"/>
        <a:rtl val="0"/>
      </a:defRPr>
    </a:lvl6pPr>
    <a:lvl7pPr algn="l" rtl="0" marR="0">
      <a:lnSpc>
        <a:spcPct val="100000"/>
      </a:lnSpc>
      <a:spcBef>
        <a:spcPts val="0"/>
      </a:spcBef>
      <a:spcAft>
        <a:spcPts val="0"/>
      </a:spcAft>
      <a:buNone/>
      <a:defRPr strike="noStrike" u="none" b="0" cap="none" baseline="0" sz="1400" i="0">
        <a:solidFill>
          <a:srgbClr val="000000"/>
        </a:solidFill>
        <a:latin typeface="Arial"/>
        <a:ea typeface="Arial"/>
        <a:cs typeface="Arial"/>
        <a:sym typeface="Arial"/>
        <a:rtl val="0"/>
      </a:defRPr>
    </a:lvl7pPr>
    <a:lvl8pPr algn="l" rtl="0" marR="0">
      <a:lnSpc>
        <a:spcPct val="100000"/>
      </a:lnSpc>
      <a:spcBef>
        <a:spcPts val="0"/>
      </a:spcBef>
      <a:spcAft>
        <a:spcPts val="0"/>
      </a:spcAft>
      <a:buNone/>
      <a:defRPr strike="noStrike" u="none" b="0" cap="none" baseline="0" sz="1400" i="0">
        <a:solidFill>
          <a:srgbClr val="000000"/>
        </a:solidFill>
        <a:latin typeface="Arial"/>
        <a:ea typeface="Arial"/>
        <a:cs typeface="Arial"/>
        <a:sym typeface="Arial"/>
        <a:rtl val="0"/>
      </a:defRPr>
    </a:lvl8pPr>
    <a:lvl9pPr algn="l" rtl="0" marR="0">
      <a:lnSpc>
        <a:spcPct val="100000"/>
      </a:lnSpc>
      <a:spcBef>
        <a:spcPts val="0"/>
      </a:spcBef>
      <a:spcAft>
        <a:spcPts val="0"/>
      </a:spcAft>
      <a:buNone/>
      <a:defRPr strike="noStrike" u="none" b="0" cap="none" baseline="0" sz="1400" i="0">
        <a:solidFill>
          <a:srgbClr val="000000"/>
        </a:solidFill>
        <a:latin typeface="Arial"/>
        <a:ea typeface="Arial"/>
        <a:cs typeface="Arial"/>
        <a:sym typeface="Arial"/>
        <a:rtl val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/>
</file>

<file path=ppt/tableStyles.xml><?xml version="1.0" encoding="utf-8"?>
<a:tblStyleLst xmlns:a="http://schemas.openxmlformats.org/drawingml/2006/main" xmlns:r="http://schemas.openxmlformats.org/officeDocument/2006/relationships" def="{90651C3A-4460-11DB-9652-00E08161165F}"/>
</file>

<file path=ppt/_rels/presentation.xml.rels><?xml version="1.0" encoding="UTF-8" standalone="yes"?><Relationships xmlns="http://schemas.openxmlformats.org/package/2006/relationships"><Relationship Target="slides/slide7.xml" Type="http://schemas.openxmlformats.org/officeDocument/2006/relationships/slide" Id="rId12"/><Relationship Target="presProps.xml" Type="http://schemas.openxmlformats.org/officeDocument/2006/relationships/presProps" Id="rId2"/><Relationship Target="theme/theme3.xml" Type="http://schemas.openxmlformats.org/officeDocument/2006/relationships/theme" Id="rId1"/><Relationship Target="slides/slide5.xml" Type="http://schemas.openxmlformats.org/officeDocument/2006/relationships/slide" Id="rId10"/><Relationship Target="slideMasters/slideMaster1.xml" Type="http://schemas.openxmlformats.org/officeDocument/2006/relationships/slideMaster" Id="rId4"/><Relationship Target="slides/slide6.xml" Type="http://schemas.openxmlformats.org/officeDocument/2006/relationships/slide" Id="rId11"/><Relationship Target="tableStyles.xml" Type="http://schemas.openxmlformats.org/officeDocument/2006/relationships/tableStyles" Id="rId3"/><Relationship Target="slides/slide4.xml" Type="http://schemas.openxmlformats.org/officeDocument/2006/relationships/slide" Id="rId9"/><Relationship Target="slides/slide1.xml" Type="http://schemas.openxmlformats.org/officeDocument/2006/relationships/slide" Id="rId6"/><Relationship Target="notesMasters/notesMaster1.xml" Type="http://schemas.openxmlformats.org/officeDocument/2006/relationships/notesMaster" Id="rId5"/><Relationship Target="slides/slide3.xml" Type="http://schemas.openxmlformats.org/officeDocument/2006/relationships/slide" Id="rId8"/><Relationship Target="slides/slide2.xml" Type="http://schemas.openxmlformats.org/officeDocument/2006/relationships/slide" Id="rId7"/></Relationships>
</file>

<file path=ppt/notesMasters/_rels/notesMaster1.xml.rels><?xml version="1.0" encoding="UTF-8" standalone="yes"?><Relationships xmlns="http://schemas.openxmlformats.org/package/2006/relationships"><Relationship Target="../theme/theme1.xml" Type="http://schemas.openxmlformats.org/officeDocument/2006/relationships/theme" Id="rId1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" name="Shape 1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Shape 2"/>
          <p:cNvSpPr/>
          <p:nvPr>
            <p:ph idx="2" type="sldImg"/>
          </p:nvPr>
        </p:nvSpPr>
        <p:spPr>
          <a:xfrm>
            <a:off y="685800" x="1143225"/>
            <a:ext cy="3429000" cx="4572225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w="med" len="med" type="none"/>
            <a:tailEnd w="med" len="med" type="none"/>
          </a:ln>
        </p:spPr>
      </p:sp>
      <p:sp>
        <p:nvSpPr>
          <p:cNvPr id="3" name="Shape 3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/>
          <a:lstStyle>
            <a:lvl1pPr>
              <a:spcBef>
                <a:spcPts val="0"/>
              </a:spcBef>
              <a:defRPr sz="1100"/>
            </a:lvl1pPr>
            <a:lvl2pPr>
              <a:spcBef>
                <a:spcPts val="0"/>
              </a:spcBef>
              <a:defRPr sz="1100"/>
            </a:lvl2pPr>
            <a:lvl3pPr>
              <a:spcBef>
                <a:spcPts val="0"/>
              </a:spcBef>
              <a:defRPr sz="1100"/>
            </a:lvl3pPr>
            <a:lvl4pPr>
              <a:spcBef>
                <a:spcPts val="0"/>
              </a:spcBef>
              <a:defRPr sz="1100"/>
            </a:lvl4pPr>
            <a:lvl5pPr>
              <a:spcBef>
                <a:spcPts val="0"/>
              </a:spcBef>
              <a:defRPr sz="1100"/>
            </a:lvl5pPr>
            <a:lvl6pPr>
              <a:spcBef>
                <a:spcPts val="0"/>
              </a:spcBef>
              <a:defRPr sz="1100"/>
            </a:lvl6pPr>
            <a:lvl7pPr>
              <a:spcBef>
                <a:spcPts val="0"/>
              </a:spcBef>
              <a:defRPr sz="1100"/>
            </a:lvl7pPr>
            <a:lvl8pPr>
              <a:spcBef>
                <a:spcPts val="0"/>
              </a:spcBef>
              <a:defRPr sz="1100"/>
            </a:lvl8pPr>
            <a:lvl9pPr>
              <a:spcBef>
                <a:spcPts val="0"/>
              </a:spcBef>
              <a:defRPr sz="1100"/>
            </a:lvl9pPr>
          </a:lstStyle>
          <a:p/>
        </p:txBody>
      </p:sp>
    </p:spTree>
  </p:cSld>
  <p:clrMap accent2="accent2" accent3="accent3" accent4="accent4" accent5="accent5" accent6="accent6" hlink="hlink" tx2="lt2" tx1="dk1" bg2="dk2" bg1="lt1" folHlink="folHlink" accent1="accent1"/>
</p:notesMaster>
</file>

<file path=ppt/notesSlides/_rels/notesSlide1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2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3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4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5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6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7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100" name="Shape 100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01" name="Shape 101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02" name="Shape 102"/>
          <p:cNvSpPr/>
          <p:nvPr>
            <p:ph idx="2" type="sldImg"/>
          </p:nvPr>
        </p:nvSpPr>
        <p:spPr>
          <a:xfrm>
            <a:off y="685800" x="1143225"/>
            <a:ext cy="3429000" cx="4572225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w="med" len="med" type="none"/>
            <a:tailEnd w="med" len="med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107" name="Shape 107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08" name="Shape 108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09" name="Shape 109"/>
          <p:cNvSpPr/>
          <p:nvPr>
            <p:ph idx="2" type="sldImg"/>
          </p:nvPr>
        </p:nvSpPr>
        <p:spPr>
          <a:xfrm>
            <a:off y="685800" x="1143225"/>
            <a:ext cy="3429000" cx="4572225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w="med" len="med" type="none"/>
            <a:tailEnd w="med" len="med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114" name="Shape 114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15" name="Shape 115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16" name="Shape 116"/>
          <p:cNvSpPr/>
          <p:nvPr>
            <p:ph idx="2" type="sldImg"/>
          </p:nvPr>
        </p:nvSpPr>
        <p:spPr>
          <a:xfrm>
            <a:off y="685800" x="1143225"/>
            <a:ext cy="3429000" cx="4572225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w="med" len="med" type="none"/>
            <a:tailEnd w="med" len="med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121" name="Shape 121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22" name="Shape 122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23" name="Shape 123"/>
          <p:cNvSpPr/>
          <p:nvPr>
            <p:ph idx="2" type="sldImg"/>
          </p:nvPr>
        </p:nvSpPr>
        <p:spPr>
          <a:xfrm>
            <a:off y="685800" x="1143225"/>
            <a:ext cy="3429000" cx="4572225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w="med" len="med" type="none"/>
            <a:tailEnd w="med" len="med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128" name="Shape 128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29" name="Shape 129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30" name="Shape 130"/>
          <p:cNvSpPr/>
          <p:nvPr>
            <p:ph idx="2" type="sldImg"/>
          </p:nvPr>
        </p:nvSpPr>
        <p:spPr>
          <a:xfrm>
            <a:off y="685800" x="1143225"/>
            <a:ext cy="3429000" cx="4572225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w="med" len="med" type="none"/>
            <a:tailEnd w="med" len="med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134" name="Shape 134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35" name="Shape 135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36" name="Shape 136"/>
          <p:cNvSpPr/>
          <p:nvPr>
            <p:ph idx="2" type="sldImg"/>
          </p:nvPr>
        </p:nvSpPr>
        <p:spPr>
          <a:xfrm>
            <a:off y="685800" x="1143225"/>
            <a:ext cy="3429000" cx="4572225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w="med" len="med" type="none"/>
            <a:tailEnd w="med" len="med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139" name="Shape 139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40" name="Shape 140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41" name="Shape 141"/>
          <p:cNvSpPr/>
          <p:nvPr>
            <p:ph idx="2" type="sldImg"/>
          </p:nvPr>
        </p:nvSpPr>
        <p:spPr>
          <a:xfrm>
            <a:off y="685800" x="1143225"/>
            <a:ext cy="3429000" cx="4572225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w="med" len="med" type="none"/>
            <a:tailEnd w="med" len="med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Target="../slideMasters/slideMaster1.xml" Type="http://schemas.openxmlformats.org/officeDocument/2006/relationships/slideMaster" Id="rId1"/></Relationships>
</file>

<file path=ppt/slideLayouts/_rels/slideLayout2.xml.rels><?xml version="1.0" encoding="UTF-8" standalone="yes"?><Relationships xmlns="http://schemas.openxmlformats.org/package/2006/relationships"><Relationship Target="../slideMasters/slideMaster1.xml" Type="http://schemas.openxmlformats.org/officeDocument/2006/relationships/slideMaster" Id="rId1"/></Relationships>
</file>

<file path=ppt/slideLayouts/_rels/slideLayout3.xml.rels><?xml version="1.0" encoding="UTF-8" standalone="yes"?><Relationships xmlns="http://schemas.openxmlformats.org/package/2006/relationships"><Relationship Target="../slideMasters/slideMaster1.xml" Type="http://schemas.openxmlformats.org/officeDocument/2006/relationships/slideMaster" Id="rId1"/></Relationships>
</file>

<file path=ppt/slideLayouts/_rels/slideLayout4.xml.rels><?xml version="1.0" encoding="UTF-8" standalone="yes"?><Relationships xmlns="http://schemas.openxmlformats.org/package/2006/relationships"><Relationship Target="../slideMasters/slideMaster1.xml" Type="http://schemas.openxmlformats.org/officeDocument/2006/relationships/slideMaster" Id="rId1"/></Relationships>
</file>

<file path=ppt/slideLayouts/_rels/slideLayout5.xml.rels><?xml version="1.0" encoding="UTF-8" standalone="yes"?><Relationships xmlns="http://schemas.openxmlformats.org/package/2006/relationships"><Relationship Target="../slideMasters/slideMaster1.xml" Type="http://schemas.openxmlformats.org/officeDocument/2006/relationships/slideMaster" Id="rId1"/></Relationships>
</file>

<file path=ppt/slideLayouts/_rels/slideLayout6.xml.rels><?xml version="1.0" encoding="UTF-8" standalone="yes"?><Relationships xmlns="http://schemas.openxmlformats.org/package/2006/relationships"><Relationship Target="../slideMasters/slideMaster1.xml" Type="http://schemas.openxmlformats.org/officeDocument/2006/relationships/slideMaster" Id="rId1"/></Relationships>
</file>

<file path=ppt/slideLayouts/_rels/slideLayout7.xml.rels><?xml version="1.0" encoding="UTF-8" standalone="yes"?><Relationships xmlns="http://schemas.openxmlformats.org/package/2006/relationships"><Relationship Target="../slideMasters/slideMaster1.xml" Type="http://schemas.openxmlformats.org/officeDocument/2006/relationships/slideMaster" Id="rId1"/></Relationships>
</file>

<file path=ppt/slideLayouts/_rels/slideLayout8.xml.rels><?xml version="1.0" encoding="UTF-8" standalone="yes"?><Relationships xmlns="http://schemas.openxmlformats.org/package/2006/relationships"><Relationship Target="../slideMasters/slideMaster1.xml" Type="http://schemas.openxmlformats.org/officeDocument/2006/relationships/slideMaster" Id="rId1"/></Relationships>
</file>

<file path=ppt/slideLayouts/_rels/slideLayout9.xml.rels><?xml version="1.0" encoding="UTF-8" standalone="yes"?><Relationships xmlns="http://schemas.openxmlformats.org/package/2006/relationships"><Relationship Target="../media/image05.jpg" Type="http://schemas.openxmlformats.org/officeDocument/2006/relationships/image" Id="rId2"/><Relationship Target="../slideMasters/slideMaster1.xml" Type="http://schemas.openxmlformats.org/officeDocument/2006/relationships/slideMaster" Id="rId1"/></Relationships>
</file>

<file path=ppt/slideLayouts/_rels/slideLayout10.xml.rels><?xml version="1.0" encoding="UTF-8" standalone="yes"?><Relationships xmlns="http://schemas.openxmlformats.org/package/2006/relationships"><Relationship Target="../slideMasters/slideMaster1.xml" Type="http://schemas.openxmlformats.org/officeDocument/2006/relationships/slideMaster" Id="rId1"/></Relationships>
</file>

<file path=ppt/slideLayouts/_rels/slideLayout11.xml.rels><?xml version="1.0" encoding="UTF-8" standalone="yes"?><Relationships xmlns="http://schemas.openxmlformats.org/package/2006/relationships"><Relationship Target="../slideMasters/slideMaster1.xml" Type="http://schemas.openxmlformats.org/officeDocument/2006/relationships/slideMaster" Id="rId1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itle">
  <p:cSld name="Title Slide">
    <p:spTree>
      <p:nvGrpSpPr>
        <p:cNvPr id="13" name="Shape 13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4" name="Shape 14"/>
          <p:cNvSpPr/>
          <p:nvPr/>
        </p:nvSpPr>
        <p:spPr>
          <a:xfrm>
            <a:off y="6400800" x="3175"/>
            <a:ext cy="457200" cx="1218882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bIns="91425" rIns="91425" lIns="91425" t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5" name="Shape 15"/>
          <p:cNvSpPr/>
          <p:nvPr/>
        </p:nvSpPr>
        <p:spPr>
          <a:xfrm>
            <a:off y="6334316" x="15"/>
            <a:ext cy="64008" cx="12188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bIns="91425" rIns="91425" lIns="91425" t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6" name="Shape 16"/>
          <p:cNvSpPr txBox="1"/>
          <p:nvPr>
            <p:ph type="ctrTitle"/>
          </p:nvPr>
        </p:nvSpPr>
        <p:spPr>
          <a:xfrm>
            <a:off y="758952" x="1097279"/>
            <a:ext cy="3566159" cx="10058399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b" anchorCtr="0"/>
          <a:lstStyle>
            <a:lvl1pPr algn="l" rtl="0" marR="0" indent="0" marL="0">
              <a:lnSpc>
                <a:spcPct val="85000"/>
              </a:lnSpc>
              <a:spcBef>
                <a:spcPts val="0"/>
              </a:spcBef>
              <a:buClr>
                <a:srgbClr val="262626"/>
              </a:buClr>
              <a:buFont typeface="Calibri"/>
              <a:buNone/>
              <a:defRPr/>
            </a:lvl1pPr>
            <a:lvl2pPr algn="l" rtl="0" marR="0" indent="0" marL="0">
              <a:spcBef>
                <a:spcPts val="0"/>
              </a:spcBef>
              <a:defRPr/>
            </a:lvl2pPr>
            <a:lvl3pPr algn="l" rtl="0" marR="0" indent="0" marL="0">
              <a:spcBef>
                <a:spcPts val="0"/>
              </a:spcBef>
              <a:defRPr/>
            </a:lvl3pPr>
            <a:lvl4pPr algn="l" rtl="0" marR="0" indent="0" marL="0">
              <a:spcBef>
                <a:spcPts val="0"/>
              </a:spcBef>
              <a:defRPr/>
            </a:lvl4pPr>
            <a:lvl5pPr algn="l" rtl="0" marR="0" indent="0" marL="0">
              <a:spcBef>
                <a:spcPts val="0"/>
              </a:spcBef>
              <a:defRPr/>
            </a:lvl5pPr>
            <a:lvl6pPr algn="l" rtl="0" marR="0" indent="0" marL="0">
              <a:spcBef>
                <a:spcPts val="0"/>
              </a:spcBef>
              <a:defRPr/>
            </a:lvl6pPr>
            <a:lvl7pPr algn="l" rtl="0" marR="0" indent="0" marL="0">
              <a:spcBef>
                <a:spcPts val="0"/>
              </a:spcBef>
              <a:defRPr/>
            </a:lvl7pPr>
            <a:lvl8pPr algn="l" rtl="0" marR="0" indent="0" marL="0">
              <a:spcBef>
                <a:spcPts val="0"/>
              </a:spcBef>
              <a:defRPr/>
            </a:lvl8pPr>
            <a:lvl9pPr algn="l" rtl="0" marR="0" indent="0" marL="0">
              <a:spcBef>
                <a:spcPts val="0"/>
              </a:spcBef>
              <a:defRPr/>
            </a:lvl9pPr>
          </a:lstStyle>
          <a:p/>
        </p:txBody>
      </p:sp>
      <p:sp>
        <p:nvSpPr>
          <p:cNvPr id="17" name="Shape 17"/>
          <p:cNvSpPr txBox="1"/>
          <p:nvPr>
            <p:ph idx="1" type="subTitle"/>
          </p:nvPr>
        </p:nvSpPr>
        <p:spPr>
          <a:xfrm>
            <a:off y="4455619" x="1100050"/>
            <a:ext cy="1143000" cx="10058399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/>
          <a:lstStyle>
            <a:lvl1pPr algn="l" rtl="0" marR="0" indent="0" mar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Font typeface="Calibri"/>
              <a:buNone/>
              <a:defRPr/>
            </a:lvl1pPr>
            <a:lvl2pPr algn="ctr" rtl="0" marR="0" indent="0" marL="4572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/>
              <a:buNone/>
              <a:defRPr/>
            </a:lvl2pPr>
            <a:lvl3pPr algn="ctr" rtl="0" marR="0" indent="0" marL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/>
              <a:buNone/>
              <a:defRPr/>
            </a:lvl3pPr>
            <a:lvl4pPr algn="ctr" rtl="0" marR="0" indent="0" marL="1371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/>
              <a:buNone/>
              <a:defRPr/>
            </a:lvl4pPr>
            <a:lvl5pPr algn="ctr" rtl="0" marR="0" indent="0" marL="18288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/>
              <a:buNone/>
              <a:defRPr/>
            </a:lvl5pPr>
            <a:lvl6pPr algn="ctr" rtl="0" marR="0" indent="0" marL="22860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/>
              <a:buNone/>
              <a:defRPr/>
            </a:lvl6pPr>
            <a:lvl7pPr algn="ctr" rtl="0" marR="0" indent="0" marL="27432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/>
              <a:buNone/>
              <a:defRPr/>
            </a:lvl7pPr>
            <a:lvl8pPr algn="ctr" rtl="0" marR="0" indent="0" marL="3200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/>
              <a:buNone/>
              <a:defRPr/>
            </a:lvl8pPr>
            <a:lvl9pPr algn="ctr" rtl="0" marR="0" indent="0" marL="3657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/>
              <a:buNone/>
              <a:defRPr/>
            </a:lvl9pPr>
          </a:lstStyle>
          <a:p/>
        </p:txBody>
      </p:sp>
      <p:sp>
        <p:nvSpPr>
          <p:cNvPr id="18" name="Shape 18"/>
          <p:cNvSpPr txBox="1"/>
          <p:nvPr>
            <p:ph idx="10" type="dt"/>
          </p:nvPr>
        </p:nvSpPr>
        <p:spPr>
          <a:xfrm>
            <a:off y="6459785" x="1097279"/>
            <a:ext cy="365125" cx="2472271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ctr" anchorCtr="0"/>
          <a:lstStyle>
            <a:lvl1pPr algn="l" rtl="0" marR="0" indent="0" marL="0">
              <a:spcBef>
                <a:spcPts val="0"/>
              </a:spcBef>
              <a:defRPr/>
            </a:lvl1pPr>
            <a:lvl2pPr algn="l" rtl="0" marR="0" indent="0" marL="457200">
              <a:spcBef>
                <a:spcPts val="0"/>
              </a:spcBef>
              <a:defRPr/>
            </a:lvl2pPr>
            <a:lvl3pPr algn="l" rtl="0" marR="0" indent="0" marL="914400">
              <a:spcBef>
                <a:spcPts val="0"/>
              </a:spcBef>
              <a:defRPr/>
            </a:lvl3pPr>
            <a:lvl4pPr algn="l" rtl="0" marR="0" indent="0" marL="1371600">
              <a:spcBef>
                <a:spcPts val="0"/>
              </a:spcBef>
              <a:defRPr/>
            </a:lvl4pPr>
            <a:lvl5pPr algn="l" rtl="0" marR="0" indent="0" marL="1828800">
              <a:spcBef>
                <a:spcPts val="0"/>
              </a:spcBef>
              <a:defRPr/>
            </a:lvl5pPr>
            <a:lvl6pPr algn="l" rtl="0" marR="0" indent="0" marL="2286000">
              <a:spcBef>
                <a:spcPts val="0"/>
              </a:spcBef>
              <a:defRPr/>
            </a:lvl6pPr>
            <a:lvl7pPr algn="l" rtl="0" marR="0" indent="0" marL="2743200">
              <a:spcBef>
                <a:spcPts val="0"/>
              </a:spcBef>
              <a:defRPr/>
            </a:lvl7pPr>
            <a:lvl8pPr algn="l" rtl="0" marR="0" indent="0" marL="3200400">
              <a:spcBef>
                <a:spcPts val="0"/>
              </a:spcBef>
              <a:defRPr/>
            </a:lvl8pPr>
            <a:lvl9pPr algn="l" rtl="0" marR="0" indent="0" marL="3657600">
              <a:spcBef>
                <a:spcPts val="0"/>
              </a:spcBef>
              <a:defRPr/>
            </a:lvl9pPr>
          </a:lstStyle>
          <a:p/>
        </p:txBody>
      </p:sp>
      <p:sp>
        <p:nvSpPr>
          <p:cNvPr id="19" name="Shape 19"/>
          <p:cNvSpPr txBox="1"/>
          <p:nvPr>
            <p:ph idx="11" type="ftr"/>
          </p:nvPr>
        </p:nvSpPr>
        <p:spPr>
          <a:xfrm>
            <a:off y="6459785" x="3686185"/>
            <a:ext cy="365125" cx="4822803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ctr" anchorCtr="0"/>
          <a:lstStyle>
            <a:lvl1pPr algn="ctr" rtl="0" marR="0" indent="0" marL="0">
              <a:spcBef>
                <a:spcPts val="0"/>
              </a:spcBef>
              <a:defRPr/>
            </a:lvl1pPr>
            <a:lvl2pPr algn="l" rtl="0" marR="0" indent="0" marL="457200">
              <a:spcBef>
                <a:spcPts val="0"/>
              </a:spcBef>
              <a:defRPr/>
            </a:lvl2pPr>
            <a:lvl3pPr algn="l" rtl="0" marR="0" indent="0" marL="914400">
              <a:spcBef>
                <a:spcPts val="0"/>
              </a:spcBef>
              <a:defRPr/>
            </a:lvl3pPr>
            <a:lvl4pPr algn="l" rtl="0" marR="0" indent="0" marL="1371600">
              <a:spcBef>
                <a:spcPts val="0"/>
              </a:spcBef>
              <a:defRPr/>
            </a:lvl4pPr>
            <a:lvl5pPr algn="l" rtl="0" marR="0" indent="0" marL="1828800">
              <a:spcBef>
                <a:spcPts val="0"/>
              </a:spcBef>
              <a:defRPr/>
            </a:lvl5pPr>
            <a:lvl6pPr algn="l" rtl="0" marR="0" indent="0" marL="2286000">
              <a:spcBef>
                <a:spcPts val="0"/>
              </a:spcBef>
              <a:defRPr/>
            </a:lvl6pPr>
            <a:lvl7pPr algn="l" rtl="0" marR="0" indent="0" marL="2743200">
              <a:spcBef>
                <a:spcPts val="0"/>
              </a:spcBef>
              <a:defRPr/>
            </a:lvl7pPr>
            <a:lvl8pPr algn="l" rtl="0" marR="0" indent="0" marL="3200400">
              <a:spcBef>
                <a:spcPts val="0"/>
              </a:spcBef>
              <a:defRPr/>
            </a:lvl8pPr>
            <a:lvl9pPr algn="l" rtl="0" marR="0" indent="0" marL="3657600">
              <a:spcBef>
                <a:spcPts val="0"/>
              </a:spcBef>
              <a:defRPr/>
            </a:lvl9pPr>
          </a:lstStyle>
          <a:p/>
        </p:txBody>
      </p:sp>
      <p:sp>
        <p:nvSpPr>
          <p:cNvPr id="20" name="Shape 20"/>
          <p:cNvSpPr txBox="1"/>
          <p:nvPr>
            <p:ph idx="12" type="sldNum"/>
          </p:nvPr>
        </p:nvSpPr>
        <p:spPr>
          <a:xfrm>
            <a:off y="6459785" x="9900457"/>
            <a:ext cy="365125" cx="1312024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ctr" anchorCtr="0">
            <a:noAutofit/>
          </a:bodyPr>
          <a:lstStyle/>
          <a:p>
            <a:pPr lvl="0" indent="-88900" marL="0">
              <a:spcBef>
                <a:spcPts val="0"/>
              </a:spcBef>
              <a:buClr>
                <a:srgbClr val="000000"/>
              </a:buClr>
              <a:buFont typeface="Arial"/>
              <a:buChar char="●"/>
            </a:pPr>
            <a:r>
              <a:t/>
            </a:r>
            <a:endParaRPr/>
          </a:p>
          <a:p>
            <a:pPr lvl="1" indent="-88900" marL="457200">
              <a:spcBef>
                <a:spcPts val="0"/>
              </a:spcBef>
              <a:buClr>
                <a:srgbClr val="000000"/>
              </a:buClr>
              <a:buFont typeface="Courier New"/>
              <a:buChar char="o"/>
            </a:pPr>
            <a:r>
              <a:t/>
            </a:r>
            <a:endParaRPr/>
          </a:p>
          <a:p>
            <a:pPr lvl="2" indent="-88900" marL="914400">
              <a:spcBef>
                <a:spcPts val="0"/>
              </a:spcBef>
              <a:buClr>
                <a:srgbClr val="000000"/>
              </a:buClr>
              <a:buFont typeface="Wingdings"/>
              <a:buChar char="§"/>
            </a:pPr>
            <a:r>
              <a:t/>
            </a:r>
            <a:endParaRPr/>
          </a:p>
          <a:p>
            <a:pPr lvl="3" indent="-88900" marL="1371600">
              <a:spcBef>
                <a:spcPts val="0"/>
              </a:spcBef>
              <a:buClr>
                <a:srgbClr val="000000"/>
              </a:buClr>
              <a:buFont typeface="Arial"/>
              <a:buChar char="●"/>
            </a:pPr>
            <a:r>
              <a:t/>
            </a:r>
            <a:endParaRPr/>
          </a:p>
          <a:p>
            <a:pPr lvl="4" indent="-88900" marL="1828800">
              <a:spcBef>
                <a:spcPts val="0"/>
              </a:spcBef>
              <a:buClr>
                <a:srgbClr val="000000"/>
              </a:buClr>
              <a:buFont typeface="Courier New"/>
              <a:buChar char="o"/>
            </a:pPr>
            <a:r>
              <a:t/>
            </a:r>
            <a:endParaRPr/>
          </a:p>
          <a:p>
            <a:pPr lvl="5" indent="-88900" marL="2286000">
              <a:spcBef>
                <a:spcPts val="0"/>
              </a:spcBef>
              <a:buClr>
                <a:srgbClr val="000000"/>
              </a:buClr>
              <a:buFont typeface="Wingdings"/>
              <a:buChar char="§"/>
            </a:pPr>
            <a:r>
              <a:t/>
            </a:r>
            <a:endParaRPr/>
          </a:p>
          <a:p>
            <a:pPr lvl="6" indent="-88900" marL="2743200">
              <a:spcBef>
                <a:spcPts val="0"/>
              </a:spcBef>
              <a:buClr>
                <a:srgbClr val="000000"/>
              </a:buClr>
              <a:buFont typeface="Arial"/>
              <a:buChar char="●"/>
            </a:pPr>
            <a:r>
              <a:t/>
            </a:r>
            <a:endParaRPr/>
          </a:p>
          <a:p>
            <a:pPr lvl="7" indent="-88900" marL="3200400">
              <a:spcBef>
                <a:spcPts val="0"/>
              </a:spcBef>
              <a:buClr>
                <a:srgbClr val="000000"/>
              </a:buClr>
              <a:buFont typeface="Courier New"/>
              <a:buChar char="o"/>
            </a:pPr>
            <a:r>
              <a:t/>
            </a:r>
            <a:endParaRPr/>
          </a:p>
          <a:p>
            <a:pPr lvl="8" indent="-88900" marL="3657600">
              <a:spcBef>
                <a:spcPts val="0"/>
              </a:spcBef>
              <a:buClr>
                <a:srgbClr val="000000"/>
              </a:buClr>
              <a:buFont typeface="Wingdings"/>
              <a:buChar char="§"/>
            </a:pPr>
            <a:r>
              <a:t/>
            </a:r>
            <a:endParaRPr/>
          </a:p>
        </p:txBody>
      </p:sp>
      <p:cxnSp>
        <p:nvCxnSpPr>
          <p:cNvPr id="21" name="Shape 21"/>
          <p:cNvCxnSpPr/>
          <p:nvPr/>
        </p:nvCxnSpPr>
        <p:spPr>
          <a:xfrm>
            <a:off y="4343400" x="1207658"/>
            <a:ext cy="0" cx="9875520"/>
          </a:xfrm>
          <a:prstGeom prst="straightConnector1">
            <a:avLst/>
          </a:prstGeom>
          <a:noFill/>
          <a:ln w="9525" cap="flat">
            <a:solidFill>
              <a:srgbClr val="7F7F7F"/>
            </a:solidFill>
            <a:prstDash val="solid"/>
            <a:round/>
            <a:headEnd w="med" len="med" type="none"/>
            <a:tailEnd w="med" len="med" type="none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obj">
  <p:cSld name="Title and Content">
    <p:spTree>
      <p:nvGrpSpPr>
        <p:cNvPr id="22" name="Shape 22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3" name="Shape 23"/>
          <p:cNvSpPr txBox="1"/>
          <p:nvPr>
            <p:ph type="title"/>
          </p:nvPr>
        </p:nvSpPr>
        <p:spPr>
          <a:xfrm>
            <a:off y="286603" x="1097279"/>
            <a:ext cy="1450756" cx="10058399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b" anchorCtr="0"/>
          <a:lstStyle>
            <a:lvl1pPr rtl="0" mar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/>
        </p:txBody>
      </p:sp>
      <p:sp>
        <p:nvSpPr>
          <p:cNvPr id="24" name="Shape 24"/>
          <p:cNvSpPr txBox="1"/>
          <p:nvPr>
            <p:ph idx="1" type="body"/>
          </p:nvPr>
        </p:nvSpPr>
        <p:spPr>
          <a:xfrm>
            <a:off y="1845733" x="1097279"/>
            <a:ext cy="4023360" cx="10058399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/>
          <a:lstStyle>
            <a:lvl1pPr algn="l" rtl="0" indent="35560" marL="9144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Font typeface="Calibri"/>
              <a:buChar char=" "/>
              <a:defRPr/>
            </a:lvl1pPr>
            <a:lvl2pPr algn="l" rtl="0" indent="-79248" marL="384048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/>
              <a:buChar char="◦"/>
              <a:defRPr/>
            </a:lvl2pPr>
            <a:lvl3pPr algn="l" rtl="0" indent="-97027" marL="566928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/>
              <a:buChar char="◦"/>
              <a:defRPr/>
            </a:lvl3pPr>
            <a:lvl4pPr algn="l" rtl="0" indent="-102108" marL="749808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/>
              <a:buChar char="◦"/>
              <a:defRPr/>
            </a:lvl4pPr>
            <a:lvl5pPr algn="l" rtl="0" indent="-94488" marL="932688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/>
              <a:buChar char="◦"/>
              <a:defRPr/>
            </a:lvl5pPr>
            <a:lvl6pPr algn="l" rtl="0" indent="-147500" marL="11000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/>
              <a:buChar char="◦"/>
              <a:defRPr/>
            </a:lvl6pPr>
            <a:lvl7pPr algn="l" rtl="0" indent="-144300" marL="13000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/>
              <a:buChar char="◦"/>
              <a:defRPr/>
            </a:lvl7pPr>
            <a:lvl8pPr algn="l" rtl="0" indent="-141100" marL="15000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/>
              <a:buChar char="◦"/>
              <a:defRPr/>
            </a:lvl8pPr>
            <a:lvl9pPr algn="l" rtl="0" indent="-150599" marL="1699999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/>
              <a:buChar char="◦"/>
              <a:defRPr/>
            </a:lvl9pPr>
          </a:lstStyle>
          <a:p/>
        </p:txBody>
      </p:sp>
      <p:sp>
        <p:nvSpPr>
          <p:cNvPr id="25" name="Shape 25"/>
          <p:cNvSpPr txBox="1"/>
          <p:nvPr>
            <p:ph idx="10" type="dt"/>
          </p:nvPr>
        </p:nvSpPr>
        <p:spPr>
          <a:xfrm>
            <a:off y="6459785" x="1097279"/>
            <a:ext cy="365125" cx="2472271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ctr" anchorCtr="0"/>
          <a:lstStyle>
            <a:lvl1pPr algn="l" rtl="0" marR="0" indent="0" marL="0">
              <a:spcBef>
                <a:spcPts val="0"/>
              </a:spcBef>
              <a:defRPr/>
            </a:lvl1pPr>
            <a:lvl2pPr algn="l" rtl="0" marR="0" indent="0" marL="457200">
              <a:spcBef>
                <a:spcPts val="0"/>
              </a:spcBef>
              <a:defRPr/>
            </a:lvl2pPr>
            <a:lvl3pPr algn="l" rtl="0" marR="0" indent="0" marL="914400">
              <a:spcBef>
                <a:spcPts val="0"/>
              </a:spcBef>
              <a:defRPr/>
            </a:lvl3pPr>
            <a:lvl4pPr algn="l" rtl="0" marR="0" indent="0" marL="1371600">
              <a:spcBef>
                <a:spcPts val="0"/>
              </a:spcBef>
              <a:defRPr/>
            </a:lvl4pPr>
            <a:lvl5pPr algn="l" rtl="0" marR="0" indent="0" marL="1828800">
              <a:spcBef>
                <a:spcPts val="0"/>
              </a:spcBef>
              <a:defRPr/>
            </a:lvl5pPr>
            <a:lvl6pPr algn="l" rtl="0" marR="0" indent="0" marL="2286000">
              <a:spcBef>
                <a:spcPts val="0"/>
              </a:spcBef>
              <a:defRPr/>
            </a:lvl6pPr>
            <a:lvl7pPr algn="l" rtl="0" marR="0" indent="0" marL="2743200">
              <a:spcBef>
                <a:spcPts val="0"/>
              </a:spcBef>
              <a:defRPr/>
            </a:lvl7pPr>
            <a:lvl8pPr algn="l" rtl="0" marR="0" indent="0" marL="3200400">
              <a:spcBef>
                <a:spcPts val="0"/>
              </a:spcBef>
              <a:defRPr/>
            </a:lvl8pPr>
            <a:lvl9pPr algn="l" rtl="0" marR="0" indent="0" marL="3657600">
              <a:spcBef>
                <a:spcPts val="0"/>
              </a:spcBef>
              <a:defRPr/>
            </a:lvl9pPr>
          </a:lstStyle>
          <a:p/>
        </p:txBody>
      </p:sp>
      <p:sp>
        <p:nvSpPr>
          <p:cNvPr id="26" name="Shape 26"/>
          <p:cNvSpPr txBox="1"/>
          <p:nvPr>
            <p:ph idx="11" type="ftr"/>
          </p:nvPr>
        </p:nvSpPr>
        <p:spPr>
          <a:xfrm>
            <a:off y="6459785" x="3686185"/>
            <a:ext cy="365125" cx="4822803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ctr" anchorCtr="0"/>
          <a:lstStyle>
            <a:lvl1pPr algn="ctr" rtl="0" marR="0" indent="0" marL="0">
              <a:spcBef>
                <a:spcPts val="0"/>
              </a:spcBef>
              <a:defRPr/>
            </a:lvl1pPr>
            <a:lvl2pPr algn="l" rtl="0" marR="0" indent="0" marL="457200">
              <a:spcBef>
                <a:spcPts val="0"/>
              </a:spcBef>
              <a:defRPr/>
            </a:lvl2pPr>
            <a:lvl3pPr algn="l" rtl="0" marR="0" indent="0" marL="914400">
              <a:spcBef>
                <a:spcPts val="0"/>
              </a:spcBef>
              <a:defRPr/>
            </a:lvl3pPr>
            <a:lvl4pPr algn="l" rtl="0" marR="0" indent="0" marL="1371600">
              <a:spcBef>
                <a:spcPts val="0"/>
              </a:spcBef>
              <a:defRPr/>
            </a:lvl4pPr>
            <a:lvl5pPr algn="l" rtl="0" marR="0" indent="0" marL="1828800">
              <a:spcBef>
                <a:spcPts val="0"/>
              </a:spcBef>
              <a:defRPr/>
            </a:lvl5pPr>
            <a:lvl6pPr algn="l" rtl="0" marR="0" indent="0" marL="2286000">
              <a:spcBef>
                <a:spcPts val="0"/>
              </a:spcBef>
              <a:defRPr/>
            </a:lvl6pPr>
            <a:lvl7pPr algn="l" rtl="0" marR="0" indent="0" marL="2743200">
              <a:spcBef>
                <a:spcPts val="0"/>
              </a:spcBef>
              <a:defRPr/>
            </a:lvl7pPr>
            <a:lvl8pPr algn="l" rtl="0" marR="0" indent="0" marL="3200400">
              <a:spcBef>
                <a:spcPts val="0"/>
              </a:spcBef>
              <a:defRPr/>
            </a:lvl8pPr>
            <a:lvl9pPr algn="l" rtl="0" marR="0" indent="0" marL="3657600">
              <a:spcBef>
                <a:spcPts val="0"/>
              </a:spcBef>
              <a:defRPr/>
            </a:lvl9pPr>
          </a:lstStyle>
          <a:p/>
        </p:txBody>
      </p:sp>
      <p:sp>
        <p:nvSpPr>
          <p:cNvPr id="27" name="Shape 27"/>
          <p:cNvSpPr txBox="1"/>
          <p:nvPr>
            <p:ph idx="12" type="sldNum"/>
          </p:nvPr>
        </p:nvSpPr>
        <p:spPr>
          <a:xfrm>
            <a:off y="6459785" x="9900457"/>
            <a:ext cy="365125" cx="1312024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ctr" anchorCtr="0">
            <a:noAutofit/>
          </a:bodyPr>
          <a:lstStyle/>
          <a:p>
            <a:pPr lvl="0" indent="-88900" marL="0">
              <a:spcBef>
                <a:spcPts val="0"/>
              </a:spcBef>
              <a:buClr>
                <a:srgbClr val="000000"/>
              </a:buClr>
              <a:buFont typeface="Arial"/>
              <a:buChar char="●"/>
            </a:pPr>
            <a:r>
              <a:t/>
            </a:r>
            <a:endParaRPr/>
          </a:p>
          <a:p>
            <a:pPr lvl="1" indent="-88900" marL="457200">
              <a:spcBef>
                <a:spcPts val="0"/>
              </a:spcBef>
              <a:buClr>
                <a:srgbClr val="000000"/>
              </a:buClr>
              <a:buFont typeface="Courier New"/>
              <a:buChar char="o"/>
            </a:pPr>
            <a:r>
              <a:t/>
            </a:r>
            <a:endParaRPr/>
          </a:p>
          <a:p>
            <a:pPr lvl="2" indent="-88900" marL="914400">
              <a:spcBef>
                <a:spcPts val="0"/>
              </a:spcBef>
              <a:buClr>
                <a:srgbClr val="000000"/>
              </a:buClr>
              <a:buFont typeface="Wingdings"/>
              <a:buChar char="§"/>
            </a:pPr>
            <a:r>
              <a:t/>
            </a:r>
            <a:endParaRPr/>
          </a:p>
          <a:p>
            <a:pPr lvl="3" indent="-88900" marL="1371600">
              <a:spcBef>
                <a:spcPts val="0"/>
              </a:spcBef>
              <a:buClr>
                <a:srgbClr val="000000"/>
              </a:buClr>
              <a:buFont typeface="Arial"/>
              <a:buChar char="●"/>
            </a:pPr>
            <a:r>
              <a:t/>
            </a:r>
            <a:endParaRPr/>
          </a:p>
          <a:p>
            <a:pPr lvl="4" indent="-88900" marL="1828800">
              <a:spcBef>
                <a:spcPts val="0"/>
              </a:spcBef>
              <a:buClr>
                <a:srgbClr val="000000"/>
              </a:buClr>
              <a:buFont typeface="Courier New"/>
              <a:buChar char="o"/>
            </a:pPr>
            <a:r>
              <a:t/>
            </a:r>
            <a:endParaRPr/>
          </a:p>
          <a:p>
            <a:pPr lvl="5" indent="-88900" marL="2286000">
              <a:spcBef>
                <a:spcPts val="0"/>
              </a:spcBef>
              <a:buClr>
                <a:srgbClr val="000000"/>
              </a:buClr>
              <a:buFont typeface="Wingdings"/>
              <a:buChar char="§"/>
            </a:pPr>
            <a:r>
              <a:t/>
            </a:r>
            <a:endParaRPr/>
          </a:p>
          <a:p>
            <a:pPr lvl="6" indent="-88900" marL="2743200">
              <a:spcBef>
                <a:spcPts val="0"/>
              </a:spcBef>
              <a:buClr>
                <a:srgbClr val="000000"/>
              </a:buClr>
              <a:buFont typeface="Arial"/>
              <a:buChar char="●"/>
            </a:pPr>
            <a:r>
              <a:t/>
            </a:r>
            <a:endParaRPr/>
          </a:p>
          <a:p>
            <a:pPr lvl="7" indent="-88900" marL="3200400">
              <a:spcBef>
                <a:spcPts val="0"/>
              </a:spcBef>
              <a:buClr>
                <a:srgbClr val="000000"/>
              </a:buClr>
              <a:buFont typeface="Courier New"/>
              <a:buChar char="o"/>
            </a:pPr>
            <a:r>
              <a:t/>
            </a:r>
            <a:endParaRPr/>
          </a:p>
          <a:p>
            <a:pPr lvl="8" indent="-88900" marL="3657600">
              <a:spcBef>
                <a:spcPts val="0"/>
              </a:spcBef>
              <a:buClr>
                <a:srgbClr val="000000"/>
              </a:buClr>
              <a:buFont typeface="Wingdings"/>
              <a:buChar char="§"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secHead">
  <p:cSld name="Section Header">
    <p:bg>
      <p:bgPr>
        <a:solidFill>
          <a:schemeClr val="lt1"/>
        </a:solidFill>
      </p:bgPr>
    </p:bg>
    <p:spTree>
      <p:nvGrpSpPr>
        <p:cNvPr id="28" name="Shape 28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9" name="Shape 29"/>
          <p:cNvSpPr/>
          <p:nvPr/>
        </p:nvSpPr>
        <p:spPr>
          <a:xfrm>
            <a:off y="6400800" x="3175"/>
            <a:ext cy="457200" cx="1218882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bIns="91425" rIns="91425" lIns="91425" t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30" name="Shape 30"/>
          <p:cNvSpPr/>
          <p:nvPr/>
        </p:nvSpPr>
        <p:spPr>
          <a:xfrm>
            <a:off y="6334316" x="15"/>
            <a:ext cy="64008" cx="12188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bIns="91425" rIns="91425" lIns="91425" t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31" name="Shape 31"/>
          <p:cNvSpPr txBox="1"/>
          <p:nvPr>
            <p:ph type="title"/>
          </p:nvPr>
        </p:nvSpPr>
        <p:spPr>
          <a:xfrm>
            <a:off y="758952" x="1097279"/>
            <a:ext cy="3566159" cx="10058399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b" anchorCtr="0"/>
          <a:lstStyle>
            <a:lvl1pPr rtl="0">
              <a:lnSpc>
                <a:spcPct val="85000"/>
              </a:lnSpc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/>
        </p:txBody>
      </p:sp>
      <p:sp>
        <p:nvSpPr>
          <p:cNvPr id="32" name="Shape 32"/>
          <p:cNvSpPr txBox="1"/>
          <p:nvPr>
            <p:ph idx="1" type="body"/>
          </p:nvPr>
        </p:nvSpPr>
        <p:spPr>
          <a:xfrm>
            <a:off y="4453128" x="1097279"/>
            <a:ext cy="1143000" cx="10058399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/>
          <a:lstStyle>
            <a:lvl1pPr rtl="0" indent="0" marL="0">
              <a:spcBef>
                <a:spcPts val="0"/>
              </a:spcBef>
              <a:buClr>
                <a:schemeClr val="dk2"/>
              </a:buClr>
              <a:buFont typeface="Calibri"/>
              <a:buNone/>
              <a:defRPr/>
            </a:lvl1pPr>
            <a:lvl2pPr rtl="0" indent="0" marL="457200">
              <a:spcBef>
                <a:spcPts val="0"/>
              </a:spcBef>
              <a:buClr>
                <a:srgbClr val="888888"/>
              </a:buClr>
              <a:buFont typeface="Calibri"/>
              <a:buNone/>
              <a:defRPr/>
            </a:lvl2pPr>
            <a:lvl3pPr rtl="0" indent="0" marL="914400">
              <a:spcBef>
                <a:spcPts val="0"/>
              </a:spcBef>
              <a:buClr>
                <a:srgbClr val="888888"/>
              </a:buClr>
              <a:buFont typeface="Calibri"/>
              <a:buNone/>
              <a:defRPr/>
            </a:lvl3pPr>
            <a:lvl4pPr rtl="0" indent="0" marL="1371600">
              <a:spcBef>
                <a:spcPts val="0"/>
              </a:spcBef>
              <a:buClr>
                <a:srgbClr val="888888"/>
              </a:buClr>
              <a:buFont typeface="Calibri"/>
              <a:buNone/>
              <a:defRPr/>
            </a:lvl4pPr>
            <a:lvl5pPr rtl="0" indent="0" marL="1828800">
              <a:spcBef>
                <a:spcPts val="0"/>
              </a:spcBef>
              <a:buClr>
                <a:srgbClr val="888888"/>
              </a:buClr>
              <a:buFont typeface="Calibri"/>
              <a:buNone/>
              <a:defRPr/>
            </a:lvl5pPr>
            <a:lvl6pPr rtl="0" indent="0" marL="2286000">
              <a:spcBef>
                <a:spcPts val="0"/>
              </a:spcBef>
              <a:buClr>
                <a:srgbClr val="888888"/>
              </a:buClr>
              <a:buFont typeface="Calibri"/>
              <a:buNone/>
              <a:defRPr/>
            </a:lvl6pPr>
            <a:lvl7pPr rtl="0" indent="0" marL="2743200">
              <a:spcBef>
                <a:spcPts val="0"/>
              </a:spcBef>
              <a:buClr>
                <a:srgbClr val="888888"/>
              </a:buClr>
              <a:buFont typeface="Calibri"/>
              <a:buNone/>
              <a:defRPr/>
            </a:lvl7pPr>
            <a:lvl8pPr rtl="0" indent="0" marL="3200400">
              <a:spcBef>
                <a:spcPts val="0"/>
              </a:spcBef>
              <a:buClr>
                <a:srgbClr val="888888"/>
              </a:buClr>
              <a:buFont typeface="Calibri"/>
              <a:buNone/>
              <a:defRPr/>
            </a:lvl8pPr>
            <a:lvl9pPr rtl="0" indent="0" marL="3657600">
              <a:spcBef>
                <a:spcPts val="0"/>
              </a:spcBef>
              <a:buClr>
                <a:srgbClr val="888888"/>
              </a:buClr>
              <a:buFont typeface="Calibri"/>
              <a:buNone/>
              <a:defRPr/>
            </a:lvl9pPr>
          </a:lstStyle>
          <a:p/>
        </p:txBody>
      </p:sp>
      <p:sp>
        <p:nvSpPr>
          <p:cNvPr id="33" name="Shape 33"/>
          <p:cNvSpPr txBox="1"/>
          <p:nvPr>
            <p:ph idx="10" type="dt"/>
          </p:nvPr>
        </p:nvSpPr>
        <p:spPr>
          <a:xfrm>
            <a:off y="6459785" x="1097279"/>
            <a:ext cy="365125" cx="2472271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ctr" anchorCtr="0"/>
          <a:lstStyle>
            <a:lvl1pPr algn="l" rtl="0" marR="0" indent="0" marL="0">
              <a:spcBef>
                <a:spcPts val="0"/>
              </a:spcBef>
              <a:defRPr/>
            </a:lvl1pPr>
            <a:lvl2pPr algn="l" rtl="0" marR="0" indent="0" marL="457200">
              <a:spcBef>
                <a:spcPts val="0"/>
              </a:spcBef>
              <a:defRPr/>
            </a:lvl2pPr>
            <a:lvl3pPr algn="l" rtl="0" marR="0" indent="0" marL="914400">
              <a:spcBef>
                <a:spcPts val="0"/>
              </a:spcBef>
              <a:defRPr/>
            </a:lvl3pPr>
            <a:lvl4pPr algn="l" rtl="0" marR="0" indent="0" marL="1371600">
              <a:spcBef>
                <a:spcPts val="0"/>
              </a:spcBef>
              <a:defRPr/>
            </a:lvl4pPr>
            <a:lvl5pPr algn="l" rtl="0" marR="0" indent="0" marL="1828800">
              <a:spcBef>
                <a:spcPts val="0"/>
              </a:spcBef>
              <a:defRPr/>
            </a:lvl5pPr>
            <a:lvl6pPr algn="l" rtl="0" marR="0" indent="0" marL="2286000">
              <a:spcBef>
                <a:spcPts val="0"/>
              </a:spcBef>
              <a:defRPr/>
            </a:lvl6pPr>
            <a:lvl7pPr algn="l" rtl="0" marR="0" indent="0" marL="2743200">
              <a:spcBef>
                <a:spcPts val="0"/>
              </a:spcBef>
              <a:defRPr/>
            </a:lvl7pPr>
            <a:lvl8pPr algn="l" rtl="0" marR="0" indent="0" marL="3200400">
              <a:spcBef>
                <a:spcPts val="0"/>
              </a:spcBef>
              <a:defRPr/>
            </a:lvl8pPr>
            <a:lvl9pPr algn="l" rtl="0" marR="0" indent="0" marL="3657600">
              <a:spcBef>
                <a:spcPts val="0"/>
              </a:spcBef>
              <a:defRPr/>
            </a:lvl9pPr>
          </a:lstStyle>
          <a:p/>
        </p:txBody>
      </p:sp>
      <p:sp>
        <p:nvSpPr>
          <p:cNvPr id="34" name="Shape 34"/>
          <p:cNvSpPr txBox="1"/>
          <p:nvPr>
            <p:ph idx="11" type="ftr"/>
          </p:nvPr>
        </p:nvSpPr>
        <p:spPr>
          <a:xfrm>
            <a:off y="6459785" x="3686185"/>
            <a:ext cy="365125" cx="4822803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ctr" anchorCtr="0"/>
          <a:lstStyle>
            <a:lvl1pPr algn="ctr" rtl="0" marR="0" indent="0" marL="0">
              <a:spcBef>
                <a:spcPts val="0"/>
              </a:spcBef>
              <a:defRPr/>
            </a:lvl1pPr>
            <a:lvl2pPr algn="l" rtl="0" marR="0" indent="0" marL="457200">
              <a:spcBef>
                <a:spcPts val="0"/>
              </a:spcBef>
              <a:defRPr/>
            </a:lvl2pPr>
            <a:lvl3pPr algn="l" rtl="0" marR="0" indent="0" marL="914400">
              <a:spcBef>
                <a:spcPts val="0"/>
              </a:spcBef>
              <a:defRPr/>
            </a:lvl3pPr>
            <a:lvl4pPr algn="l" rtl="0" marR="0" indent="0" marL="1371600">
              <a:spcBef>
                <a:spcPts val="0"/>
              </a:spcBef>
              <a:defRPr/>
            </a:lvl4pPr>
            <a:lvl5pPr algn="l" rtl="0" marR="0" indent="0" marL="1828800">
              <a:spcBef>
                <a:spcPts val="0"/>
              </a:spcBef>
              <a:defRPr/>
            </a:lvl5pPr>
            <a:lvl6pPr algn="l" rtl="0" marR="0" indent="0" marL="2286000">
              <a:spcBef>
                <a:spcPts val="0"/>
              </a:spcBef>
              <a:defRPr/>
            </a:lvl6pPr>
            <a:lvl7pPr algn="l" rtl="0" marR="0" indent="0" marL="2743200">
              <a:spcBef>
                <a:spcPts val="0"/>
              </a:spcBef>
              <a:defRPr/>
            </a:lvl7pPr>
            <a:lvl8pPr algn="l" rtl="0" marR="0" indent="0" marL="3200400">
              <a:spcBef>
                <a:spcPts val="0"/>
              </a:spcBef>
              <a:defRPr/>
            </a:lvl8pPr>
            <a:lvl9pPr algn="l" rtl="0" marR="0" indent="0" marL="3657600">
              <a:spcBef>
                <a:spcPts val="0"/>
              </a:spcBef>
              <a:defRPr/>
            </a:lvl9pPr>
          </a:lstStyle>
          <a:p/>
        </p:txBody>
      </p:sp>
      <p:sp>
        <p:nvSpPr>
          <p:cNvPr id="35" name="Shape 35"/>
          <p:cNvSpPr txBox="1"/>
          <p:nvPr>
            <p:ph idx="12" type="sldNum"/>
          </p:nvPr>
        </p:nvSpPr>
        <p:spPr>
          <a:xfrm>
            <a:off y="6459785" x="9900457"/>
            <a:ext cy="365125" cx="1312024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ctr" anchorCtr="0">
            <a:noAutofit/>
          </a:bodyPr>
          <a:lstStyle/>
          <a:p>
            <a:pPr lvl="0" indent="-88900" marL="0">
              <a:spcBef>
                <a:spcPts val="0"/>
              </a:spcBef>
              <a:buClr>
                <a:srgbClr val="000000"/>
              </a:buClr>
              <a:buFont typeface="Arial"/>
              <a:buChar char="●"/>
            </a:pPr>
            <a:r>
              <a:t/>
            </a:r>
            <a:endParaRPr/>
          </a:p>
          <a:p>
            <a:pPr lvl="1" indent="-88900" marL="457200">
              <a:spcBef>
                <a:spcPts val="0"/>
              </a:spcBef>
              <a:buClr>
                <a:srgbClr val="000000"/>
              </a:buClr>
              <a:buFont typeface="Courier New"/>
              <a:buChar char="o"/>
            </a:pPr>
            <a:r>
              <a:t/>
            </a:r>
            <a:endParaRPr/>
          </a:p>
          <a:p>
            <a:pPr lvl="2" indent="-88900" marL="914400">
              <a:spcBef>
                <a:spcPts val="0"/>
              </a:spcBef>
              <a:buClr>
                <a:srgbClr val="000000"/>
              </a:buClr>
              <a:buFont typeface="Wingdings"/>
              <a:buChar char="§"/>
            </a:pPr>
            <a:r>
              <a:t/>
            </a:r>
            <a:endParaRPr/>
          </a:p>
          <a:p>
            <a:pPr lvl="3" indent="-88900" marL="1371600">
              <a:spcBef>
                <a:spcPts val="0"/>
              </a:spcBef>
              <a:buClr>
                <a:srgbClr val="000000"/>
              </a:buClr>
              <a:buFont typeface="Arial"/>
              <a:buChar char="●"/>
            </a:pPr>
            <a:r>
              <a:t/>
            </a:r>
            <a:endParaRPr/>
          </a:p>
          <a:p>
            <a:pPr lvl="4" indent="-88900" marL="1828800">
              <a:spcBef>
                <a:spcPts val="0"/>
              </a:spcBef>
              <a:buClr>
                <a:srgbClr val="000000"/>
              </a:buClr>
              <a:buFont typeface="Courier New"/>
              <a:buChar char="o"/>
            </a:pPr>
            <a:r>
              <a:t/>
            </a:r>
            <a:endParaRPr/>
          </a:p>
          <a:p>
            <a:pPr lvl="5" indent="-88900" marL="2286000">
              <a:spcBef>
                <a:spcPts val="0"/>
              </a:spcBef>
              <a:buClr>
                <a:srgbClr val="000000"/>
              </a:buClr>
              <a:buFont typeface="Wingdings"/>
              <a:buChar char="§"/>
            </a:pPr>
            <a:r>
              <a:t/>
            </a:r>
            <a:endParaRPr/>
          </a:p>
          <a:p>
            <a:pPr lvl="6" indent="-88900" marL="2743200">
              <a:spcBef>
                <a:spcPts val="0"/>
              </a:spcBef>
              <a:buClr>
                <a:srgbClr val="000000"/>
              </a:buClr>
              <a:buFont typeface="Arial"/>
              <a:buChar char="●"/>
            </a:pPr>
            <a:r>
              <a:t/>
            </a:r>
            <a:endParaRPr/>
          </a:p>
          <a:p>
            <a:pPr lvl="7" indent="-88900" marL="3200400">
              <a:spcBef>
                <a:spcPts val="0"/>
              </a:spcBef>
              <a:buClr>
                <a:srgbClr val="000000"/>
              </a:buClr>
              <a:buFont typeface="Courier New"/>
              <a:buChar char="o"/>
            </a:pPr>
            <a:r>
              <a:t/>
            </a:r>
            <a:endParaRPr/>
          </a:p>
          <a:p>
            <a:pPr lvl="8" indent="-88900" marL="3657600">
              <a:spcBef>
                <a:spcPts val="0"/>
              </a:spcBef>
              <a:buClr>
                <a:srgbClr val="000000"/>
              </a:buClr>
              <a:buFont typeface="Wingdings"/>
              <a:buChar char="§"/>
            </a:pPr>
            <a:r>
              <a:t/>
            </a:r>
            <a:endParaRPr/>
          </a:p>
        </p:txBody>
      </p:sp>
      <p:cxnSp>
        <p:nvCxnSpPr>
          <p:cNvPr id="36" name="Shape 36"/>
          <p:cNvCxnSpPr/>
          <p:nvPr/>
        </p:nvCxnSpPr>
        <p:spPr>
          <a:xfrm>
            <a:off y="4343400" x="1207658"/>
            <a:ext cy="0" cx="9875520"/>
          </a:xfrm>
          <a:prstGeom prst="straightConnector1">
            <a:avLst/>
          </a:prstGeom>
          <a:noFill/>
          <a:ln w="9525" cap="flat">
            <a:solidFill>
              <a:srgbClr val="7F7F7F"/>
            </a:solidFill>
            <a:prstDash val="solid"/>
            <a:round/>
            <a:headEnd w="med" len="med" type="none"/>
            <a:tailEnd w="med" len="med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woObj">
  <p:cSld name="Two Content">
    <p:spTree>
      <p:nvGrpSpPr>
        <p:cNvPr id="37" name="Shape 37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38" name="Shape 38"/>
          <p:cNvSpPr txBox="1"/>
          <p:nvPr>
            <p:ph type="title"/>
          </p:nvPr>
        </p:nvSpPr>
        <p:spPr>
          <a:xfrm>
            <a:off y="286603" x="1097279"/>
            <a:ext cy="1450756" cx="10058399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b" anchorCtr="0"/>
          <a:lstStyle>
            <a:lvl1pPr algn="l" rtl="0">
              <a:lnSpc>
                <a:spcPct val="85000"/>
              </a:lnSpc>
              <a:spcBef>
                <a:spcPts val="0"/>
              </a:spcBef>
              <a:buClr>
                <a:srgbClr val="3F3F3F"/>
              </a:buClr>
              <a:buFont typeface="Calibri"/>
              <a:buNone/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/>
        </p:txBody>
      </p:sp>
      <p:sp>
        <p:nvSpPr>
          <p:cNvPr id="39" name="Shape 39"/>
          <p:cNvSpPr txBox="1"/>
          <p:nvPr>
            <p:ph idx="1" type="body"/>
          </p:nvPr>
        </p:nvSpPr>
        <p:spPr>
          <a:xfrm>
            <a:off y="1845733" x="1097279"/>
            <a:ext cy="4023360" cx="4937760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/>
          <a:lstStyle>
            <a:lvl1pPr algn="l" rtl="0" indent="35560" marL="9144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Font typeface="Calibri"/>
              <a:buChar char=" "/>
              <a:defRPr/>
            </a:lvl1pPr>
            <a:lvl2pPr algn="l" rtl="0" indent="-79248" marL="384048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/>
              <a:buChar char="◦"/>
              <a:defRPr/>
            </a:lvl2pPr>
            <a:lvl3pPr algn="l" rtl="0" indent="-97027" marL="566928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/>
              <a:buChar char="◦"/>
              <a:defRPr/>
            </a:lvl3pPr>
            <a:lvl4pPr algn="l" rtl="0" indent="-102108" marL="749808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/>
              <a:buChar char="◦"/>
              <a:defRPr/>
            </a:lvl4pPr>
            <a:lvl5pPr algn="l" rtl="0" indent="-94488" marL="932688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/>
              <a:buChar char="◦"/>
              <a:defRPr/>
            </a:lvl5pPr>
            <a:lvl6pPr algn="l" rtl="0" indent="-147500" marL="11000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/>
              <a:buChar char="◦"/>
              <a:defRPr/>
            </a:lvl6pPr>
            <a:lvl7pPr algn="l" rtl="0" indent="-144300" marL="13000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/>
              <a:buChar char="◦"/>
              <a:defRPr/>
            </a:lvl7pPr>
            <a:lvl8pPr algn="l" rtl="0" indent="-141100" marL="15000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/>
              <a:buChar char="◦"/>
              <a:defRPr/>
            </a:lvl8pPr>
            <a:lvl9pPr algn="l" rtl="0" indent="-150599" marL="1699999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/>
              <a:buChar char="◦"/>
              <a:defRPr/>
            </a:lvl9pPr>
          </a:lstStyle>
          <a:p/>
        </p:txBody>
      </p:sp>
      <p:sp>
        <p:nvSpPr>
          <p:cNvPr id="40" name="Shape 40"/>
          <p:cNvSpPr txBox="1"/>
          <p:nvPr>
            <p:ph idx="2" type="body"/>
          </p:nvPr>
        </p:nvSpPr>
        <p:spPr>
          <a:xfrm>
            <a:off y="1845734" x="6217919"/>
            <a:ext cy="4023360" cx="4937760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/>
          <a:lstStyle>
            <a:lvl1pPr algn="l" rtl="0" indent="35560" marL="9144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Font typeface="Calibri"/>
              <a:buChar char=" "/>
              <a:defRPr/>
            </a:lvl1pPr>
            <a:lvl2pPr algn="l" rtl="0" indent="-79248" marL="384048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/>
              <a:buChar char="◦"/>
              <a:defRPr/>
            </a:lvl2pPr>
            <a:lvl3pPr algn="l" rtl="0" indent="-97027" marL="566928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/>
              <a:buChar char="◦"/>
              <a:defRPr/>
            </a:lvl3pPr>
            <a:lvl4pPr algn="l" rtl="0" indent="-102108" marL="749808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/>
              <a:buChar char="◦"/>
              <a:defRPr/>
            </a:lvl4pPr>
            <a:lvl5pPr algn="l" rtl="0" indent="-94488" marL="932688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/>
              <a:buChar char="◦"/>
              <a:defRPr/>
            </a:lvl5pPr>
            <a:lvl6pPr algn="l" rtl="0" indent="-147500" marL="11000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/>
              <a:buChar char="◦"/>
              <a:defRPr/>
            </a:lvl6pPr>
            <a:lvl7pPr algn="l" rtl="0" indent="-144300" marL="13000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/>
              <a:buChar char="◦"/>
              <a:defRPr/>
            </a:lvl7pPr>
            <a:lvl8pPr algn="l" rtl="0" indent="-141100" marL="15000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/>
              <a:buChar char="◦"/>
              <a:defRPr/>
            </a:lvl8pPr>
            <a:lvl9pPr algn="l" rtl="0" indent="-150599" marL="1699999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/>
              <a:buChar char="◦"/>
              <a:defRPr/>
            </a:lvl9pPr>
          </a:lstStyle>
          <a:p/>
        </p:txBody>
      </p:sp>
      <p:sp>
        <p:nvSpPr>
          <p:cNvPr id="41" name="Shape 41"/>
          <p:cNvSpPr txBox="1"/>
          <p:nvPr>
            <p:ph idx="10" type="dt"/>
          </p:nvPr>
        </p:nvSpPr>
        <p:spPr>
          <a:xfrm>
            <a:off y="6459785" x="1097279"/>
            <a:ext cy="365125" cx="2472271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ctr" anchorCtr="0"/>
          <a:lstStyle>
            <a:lvl1pPr algn="l" rtl="0" marR="0" indent="0" marL="0">
              <a:spcBef>
                <a:spcPts val="0"/>
              </a:spcBef>
              <a:defRPr/>
            </a:lvl1pPr>
            <a:lvl2pPr algn="l" rtl="0" marR="0" indent="0" marL="457200">
              <a:spcBef>
                <a:spcPts val="0"/>
              </a:spcBef>
              <a:defRPr/>
            </a:lvl2pPr>
            <a:lvl3pPr algn="l" rtl="0" marR="0" indent="0" marL="914400">
              <a:spcBef>
                <a:spcPts val="0"/>
              </a:spcBef>
              <a:defRPr/>
            </a:lvl3pPr>
            <a:lvl4pPr algn="l" rtl="0" marR="0" indent="0" marL="1371600">
              <a:spcBef>
                <a:spcPts val="0"/>
              </a:spcBef>
              <a:defRPr/>
            </a:lvl4pPr>
            <a:lvl5pPr algn="l" rtl="0" marR="0" indent="0" marL="1828800">
              <a:spcBef>
                <a:spcPts val="0"/>
              </a:spcBef>
              <a:defRPr/>
            </a:lvl5pPr>
            <a:lvl6pPr algn="l" rtl="0" marR="0" indent="0" marL="2286000">
              <a:spcBef>
                <a:spcPts val="0"/>
              </a:spcBef>
              <a:defRPr/>
            </a:lvl6pPr>
            <a:lvl7pPr algn="l" rtl="0" marR="0" indent="0" marL="2743200">
              <a:spcBef>
                <a:spcPts val="0"/>
              </a:spcBef>
              <a:defRPr/>
            </a:lvl7pPr>
            <a:lvl8pPr algn="l" rtl="0" marR="0" indent="0" marL="3200400">
              <a:spcBef>
                <a:spcPts val="0"/>
              </a:spcBef>
              <a:defRPr/>
            </a:lvl8pPr>
            <a:lvl9pPr algn="l" rtl="0" marR="0" indent="0" marL="3657600">
              <a:spcBef>
                <a:spcPts val="0"/>
              </a:spcBef>
              <a:defRPr/>
            </a:lvl9pPr>
          </a:lstStyle>
          <a:p/>
        </p:txBody>
      </p:sp>
      <p:sp>
        <p:nvSpPr>
          <p:cNvPr id="42" name="Shape 42"/>
          <p:cNvSpPr txBox="1"/>
          <p:nvPr>
            <p:ph idx="11" type="ftr"/>
          </p:nvPr>
        </p:nvSpPr>
        <p:spPr>
          <a:xfrm>
            <a:off y="6459785" x="3686185"/>
            <a:ext cy="365125" cx="4822803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ctr" anchorCtr="0"/>
          <a:lstStyle>
            <a:lvl1pPr algn="ctr" rtl="0" marR="0" indent="0" marL="0">
              <a:spcBef>
                <a:spcPts val="0"/>
              </a:spcBef>
              <a:defRPr/>
            </a:lvl1pPr>
            <a:lvl2pPr algn="l" rtl="0" marR="0" indent="0" marL="457200">
              <a:spcBef>
                <a:spcPts val="0"/>
              </a:spcBef>
              <a:defRPr/>
            </a:lvl2pPr>
            <a:lvl3pPr algn="l" rtl="0" marR="0" indent="0" marL="914400">
              <a:spcBef>
                <a:spcPts val="0"/>
              </a:spcBef>
              <a:defRPr/>
            </a:lvl3pPr>
            <a:lvl4pPr algn="l" rtl="0" marR="0" indent="0" marL="1371600">
              <a:spcBef>
                <a:spcPts val="0"/>
              </a:spcBef>
              <a:defRPr/>
            </a:lvl4pPr>
            <a:lvl5pPr algn="l" rtl="0" marR="0" indent="0" marL="1828800">
              <a:spcBef>
                <a:spcPts val="0"/>
              </a:spcBef>
              <a:defRPr/>
            </a:lvl5pPr>
            <a:lvl6pPr algn="l" rtl="0" marR="0" indent="0" marL="2286000">
              <a:spcBef>
                <a:spcPts val="0"/>
              </a:spcBef>
              <a:defRPr/>
            </a:lvl6pPr>
            <a:lvl7pPr algn="l" rtl="0" marR="0" indent="0" marL="2743200">
              <a:spcBef>
                <a:spcPts val="0"/>
              </a:spcBef>
              <a:defRPr/>
            </a:lvl7pPr>
            <a:lvl8pPr algn="l" rtl="0" marR="0" indent="0" marL="3200400">
              <a:spcBef>
                <a:spcPts val="0"/>
              </a:spcBef>
              <a:defRPr/>
            </a:lvl8pPr>
            <a:lvl9pPr algn="l" rtl="0" marR="0" indent="0" marL="3657600">
              <a:spcBef>
                <a:spcPts val="0"/>
              </a:spcBef>
              <a:defRPr/>
            </a:lvl9pPr>
          </a:lstStyle>
          <a:p/>
        </p:txBody>
      </p:sp>
      <p:sp>
        <p:nvSpPr>
          <p:cNvPr id="43" name="Shape 43"/>
          <p:cNvSpPr txBox="1"/>
          <p:nvPr>
            <p:ph idx="12" type="sldNum"/>
          </p:nvPr>
        </p:nvSpPr>
        <p:spPr>
          <a:xfrm>
            <a:off y="6459785" x="9900457"/>
            <a:ext cy="365125" cx="1312024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ctr" anchorCtr="0">
            <a:noAutofit/>
          </a:bodyPr>
          <a:lstStyle/>
          <a:p>
            <a:pPr lvl="0" indent="-88900" marL="0">
              <a:spcBef>
                <a:spcPts val="0"/>
              </a:spcBef>
              <a:buClr>
                <a:srgbClr val="000000"/>
              </a:buClr>
              <a:buFont typeface="Arial"/>
              <a:buChar char="●"/>
            </a:pPr>
            <a:r>
              <a:t/>
            </a:r>
            <a:endParaRPr/>
          </a:p>
          <a:p>
            <a:pPr lvl="1" indent="-88900" marL="457200">
              <a:spcBef>
                <a:spcPts val="0"/>
              </a:spcBef>
              <a:buClr>
                <a:srgbClr val="000000"/>
              </a:buClr>
              <a:buFont typeface="Courier New"/>
              <a:buChar char="o"/>
            </a:pPr>
            <a:r>
              <a:t/>
            </a:r>
            <a:endParaRPr/>
          </a:p>
          <a:p>
            <a:pPr lvl="2" indent="-88900" marL="914400">
              <a:spcBef>
                <a:spcPts val="0"/>
              </a:spcBef>
              <a:buClr>
                <a:srgbClr val="000000"/>
              </a:buClr>
              <a:buFont typeface="Wingdings"/>
              <a:buChar char="§"/>
            </a:pPr>
            <a:r>
              <a:t/>
            </a:r>
            <a:endParaRPr/>
          </a:p>
          <a:p>
            <a:pPr lvl="3" indent="-88900" marL="1371600">
              <a:spcBef>
                <a:spcPts val="0"/>
              </a:spcBef>
              <a:buClr>
                <a:srgbClr val="000000"/>
              </a:buClr>
              <a:buFont typeface="Arial"/>
              <a:buChar char="●"/>
            </a:pPr>
            <a:r>
              <a:t/>
            </a:r>
            <a:endParaRPr/>
          </a:p>
          <a:p>
            <a:pPr lvl="4" indent="-88900" marL="1828800">
              <a:spcBef>
                <a:spcPts val="0"/>
              </a:spcBef>
              <a:buClr>
                <a:srgbClr val="000000"/>
              </a:buClr>
              <a:buFont typeface="Courier New"/>
              <a:buChar char="o"/>
            </a:pPr>
            <a:r>
              <a:t/>
            </a:r>
            <a:endParaRPr/>
          </a:p>
          <a:p>
            <a:pPr lvl="5" indent="-88900" marL="2286000">
              <a:spcBef>
                <a:spcPts val="0"/>
              </a:spcBef>
              <a:buClr>
                <a:srgbClr val="000000"/>
              </a:buClr>
              <a:buFont typeface="Wingdings"/>
              <a:buChar char="§"/>
            </a:pPr>
            <a:r>
              <a:t/>
            </a:r>
            <a:endParaRPr/>
          </a:p>
          <a:p>
            <a:pPr lvl="6" indent="-88900" marL="2743200">
              <a:spcBef>
                <a:spcPts val="0"/>
              </a:spcBef>
              <a:buClr>
                <a:srgbClr val="000000"/>
              </a:buClr>
              <a:buFont typeface="Arial"/>
              <a:buChar char="●"/>
            </a:pPr>
            <a:r>
              <a:t/>
            </a:r>
            <a:endParaRPr/>
          </a:p>
          <a:p>
            <a:pPr lvl="7" indent="-88900" marL="3200400">
              <a:spcBef>
                <a:spcPts val="0"/>
              </a:spcBef>
              <a:buClr>
                <a:srgbClr val="000000"/>
              </a:buClr>
              <a:buFont typeface="Courier New"/>
              <a:buChar char="o"/>
            </a:pPr>
            <a:r>
              <a:t/>
            </a:r>
            <a:endParaRPr/>
          </a:p>
          <a:p>
            <a:pPr lvl="8" indent="-88900" marL="3657600">
              <a:spcBef>
                <a:spcPts val="0"/>
              </a:spcBef>
              <a:buClr>
                <a:srgbClr val="000000"/>
              </a:buClr>
              <a:buFont typeface="Wingdings"/>
              <a:buChar char="§"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woTxTwoObj">
  <p:cSld name="Comparison">
    <p:spTree>
      <p:nvGrpSpPr>
        <p:cNvPr id="44" name="Shape 44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45" name="Shape 45"/>
          <p:cNvSpPr txBox="1"/>
          <p:nvPr>
            <p:ph type="title"/>
          </p:nvPr>
        </p:nvSpPr>
        <p:spPr>
          <a:xfrm>
            <a:off y="286603" x="1097279"/>
            <a:ext cy="1450756" cx="10058399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b" anchorCtr="0"/>
          <a:lstStyle>
            <a:lvl1pPr algn="l" rtl="0">
              <a:lnSpc>
                <a:spcPct val="85000"/>
              </a:lnSpc>
              <a:spcBef>
                <a:spcPts val="0"/>
              </a:spcBef>
              <a:buClr>
                <a:srgbClr val="3F3F3F"/>
              </a:buClr>
              <a:buFont typeface="Calibri"/>
              <a:buNone/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/>
        </p:txBody>
      </p:sp>
      <p:sp>
        <p:nvSpPr>
          <p:cNvPr id="46" name="Shape 46"/>
          <p:cNvSpPr txBox="1"/>
          <p:nvPr>
            <p:ph idx="1" type="body"/>
          </p:nvPr>
        </p:nvSpPr>
        <p:spPr>
          <a:xfrm>
            <a:off y="1846051" x="1097279"/>
            <a:ext cy="736282" cx="4937760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ctr" anchorCtr="0"/>
          <a:lstStyle>
            <a:lvl1pPr rtl="0" indent="0" marL="0">
              <a:spcBef>
                <a:spcPts val="0"/>
              </a:spcBef>
              <a:buClr>
                <a:schemeClr val="dk2"/>
              </a:buClr>
              <a:buFont typeface="Calibri"/>
              <a:buNone/>
              <a:defRPr/>
            </a:lvl1pPr>
            <a:lvl2pPr rtl="0" indent="0" marL="457200">
              <a:spcBef>
                <a:spcPts val="0"/>
              </a:spcBef>
              <a:buFont typeface="Calibri"/>
              <a:buNone/>
              <a:defRPr/>
            </a:lvl2pPr>
            <a:lvl3pPr rtl="0" indent="0" marL="914400">
              <a:spcBef>
                <a:spcPts val="0"/>
              </a:spcBef>
              <a:buFont typeface="Calibri"/>
              <a:buNone/>
              <a:defRPr/>
            </a:lvl3pPr>
            <a:lvl4pPr rtl="0" indent="0" marL="1371600">
              <a:spcBef>
                <a:spcPts val="0"/>
              </a:spcBef>
              <a:buFont typeface="Calibri"/>
              <a:buNone/>
              <a:defRPr/>
            </a:lvl4pPr>
            <a:lvl5pPr rtl="0" indent="0" marL="1828800">
              <a:spcBef>
                <a:spcPts val="0"/>
              </a:spcBef>
              <a:buFont typeface="Calibri"/>
              <a:buNone/>
              <a:defRPr/>
            </a:lvl5pPr>
            <a:lvl6pPr rtl="0" indent="0" marL="2286000">
              <a:spcBef>
                <a:spcPts val="0"/>
              </a:spcBef>
              <a:buFont typeface="Calibri"/>
              <a:buNone/>
              <a:defRPr/>
            </a:lvl6pPr>
            <a:lvl7pPr rtl="0" indent="0" marL="2743200">
              <a:spcBef>
                <a:spcPts val="0"/>
              </a:spcBef>
              <a:buFont typeface="Calibri"/>
              <a:buNone/>
              <a:defRPr/>
            </a:lvl7pPr>
            <a:lvl8pPr rtl="0" indent="0" marL="3200400">
              <a:spcBef>
                <a:spcPts val="0"/>
              </a:spcBef>
              <a:buFont typeface="Calibri"/>
              <a:buNone/>
              <a:defRPr/>
            </a:lvl8pPr>
            <a:lvl9pPr rtl="0" indent="0" marL="3657600">
              <a:spcBef>
                <a:spcPts val="0"/>
              </a:spcBef>
              <a:buFont typeface="Calibri"/>
              <a:buNone/>
              <a:defRPr/>
            </a:lvl9pPr>
          </a:lstStyle>
          <a:p/>
        </p:txBody>
      </p:sp>
      <p:sp>
        <p:nvSpPr>
          <p:cNvPr id="47" name="Shape 47"/>
          <p:cNvSpPr txBox="1"/>
          <p:nvPr>
            <p:ph idx="2" type="body"/>
          </p:nvPr>
        </p:nvSpPr>
        <p:spPr>
          <a:xfrm>
            <a:off y="2582333" x="1097279"/>
            <a:ext cy="3378200" cx="4937760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/>
          <a:lstStyle>
            <a:lvl1pPr algn="l" rtl="0" indent="35560" marL="9144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Font typeface="Calibri"/>
              <a:buChar char=" "/>
              <a:defRPr/>
            </a:lvl1pPr>
            <a:lvl2pPr algn="l" rtl="0" indent="-79248" marL="384048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/>
              <a:buChar char="◦"/>
              <a:defRPr/>
            </a:lvl2pPr>
            <a:lvl3pPr algn="l" rtl="0" indent="-97027" marL="566928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/>
              <a:buChar char="◦"/>
              <a:defRPr/>
            </a:lvl3pPr>
            <a:lvl4pPr algn="l" rtl="0" indent="-102108" marL="749808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/>
              <a:buChar char="◦"/>
              <a:defRPr/>
            </a:lvl4pPr>
            <a:lvl5pPr algn="l" rtl="0" indent="-94488" marL="932688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/>
              <a:buChar char="◦"/>
              <a:defRPr/>
            </a:lvl5pPr>
            <a:lvl6pPr algn="l" rtl="0" indent="-147500" marL="11000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/>
              <a:buChar char="◦"/>
              <a:defRPr/>
            </a:lvl6pPr>
            <a:lvl7pPr algn="l" rtl="0" indent="-144300" marL="13000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/>
              <a:buChar char="◦"/>
              <a:defRPr/>
            </a:lvl7pPr>
            <a:lvl8pPr algn="l" rtl="0" indent="-141100" marL="15000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/>
              <a:buChar char="◦"/>
              <a:defRPr/>
            </a:lvl8pPr>
            <a:lvl9pPr algn="l" rtl="0" indent="-150599" marL="1699999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/>
              <a:buChar char="◦"/>
              <a:defRPr/>
            </a:lvl9pPr>
          </a:lstStyle>
          <a:p/>
        </p:txBody>
      </p:sp>
      <p:sp>
        <p:nvSpPr>
          <p:cNvPr id="48" name="Shape 48"/>
          <p:cNvSpPr txBox="1"/>
          <p:nvPr>
            <p:ph idx="3" type="body"/>
          </p:nvPr>
        </p:nvSpPr>
        <p:spPr>
          <a:xfrm>
            <a:off y="1846051" x="6217919"/>
            <a:ext cy="736282" cx="4937760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ctr" anchorCtr="0"/>
          <a:lstStyle>
            <a:lvl1pPr rtl="0" indent="0" marL="0">
              <a:spcBef>
                <a:spcPts val="0"/>
              </a:spcBef>
              <a:buClr>
                <a:schemeClr val="dk2"/>
              </a:buClr>
              <a:buFont typeface="Calibri"/>
              <a:buNone/>
              <a:defRPr/>
            </a:lvl1pPr>
            <a:lvl2pPr rtl="0" indent="0" marL="457200">
              <a:spcBef>
                <a:spcPts val="0"/>
              </a:spcBef>
              <a:buFont typeface="Calibri"/>
              <a:buNone/>
              <a:defRPr/>
            </a:lvl2pPr>
            <a:lvl3pPr rtl="0" indent="0" marL="914400">
              <a:spcBef>
                <a:spcPts val="0"/>
              </a:spcBef>
              <a:buFont typeface="Calibri"/>
              <a:buNone/>
              <a:defRPr/>
            </a:lvl3pPr>
            <a:lvl4pPr rtl="0" indent="0" marL="1371600">
              <a:spcBef>
                <a:spcPts val="0"/>
              </a:spcBef>
              <a:buFont typeface="Calibri"/>
              <a:buNone/>
              <a:defRPr/>
            </a:lvl4pPr>
            <a:lvl5pPr rtl="0" indent="0" marL="1828800">
              <a:spcBef>
                <a:spcPts val="0"/>
              </a:spcBef>
              <a:buFont typeface="Calibri"/>
              <a:buNone/>
              <a:defRPr/>
            </a:lvl5pPr>
            <a:lvl6pPr rtl="0" indent="0" marL="2286000">
              <a:spcBef>
                <a:spcPts val="0"/>
              </a:spcBef>
              <a:buFont typeface="Calibri"/>
              <a:buNone/>
              <a:defRPr/>
            </a:lvl6pPr>
            <a:lvl7pPr rtl="0" indent="0" marL="2743200">
              <a:spcBef>
                <a:spcPts val="0"/>
              </a:spcBef>
              <a:buFont typeface="Calibri"/>
              <a:buNone/>
              <a:defRPr/>
            </a:lvl7pPr>
            <a:lvl8pPr rtl="0" indent="0" marL="3200400">
              <a:spcBef>
                <a:spcPts val="0"/>
              </a:spcBef>
              <a:buFont typeface="Calibri"/>
              <a:buNone/>
              <a:defRPr/>
            </a:lvl8pPr>
            <a:lvl9pPr rtl="0" indent="0" marL="3657600">
              <a:spcBef>
                <a:spcPts val="0"/>
              </a:spcBef>
              <a:buFont typeface="Calibri"/>
              <a:buNone/>
              <a:defRPr/>
            </a:lvl9pPr>
          </a:lstStyle>
          <a:p/>
        </p:txBody>
      </p:sp>
      <p:sp>
        <p:nvSpPr>
          <p:cNvPr id="49" name="Shape 49"/>
          <p:cNvSpPr txBox="1"/>
          <p:nvPr>
            <p:ph idx="4" type="body"/>
          </p:nvPr>
        </p:nvSpPr>
        <p:spPr>
          <a:xfrm>
            <a:off y="2582333" x="6217919"/>
            <a:ext cy="3378200" cx="4937760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/>
          <a:lstStyle>
            <a:lvl1pPr algn="l" rtl="0" indent="35560" marL="9144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Font typeface="Calibri"/>
              <a:buChar char=" "/>
              <a:defRPr/>
            </a:lvl1pPr>
            <a:lvl2pPr algn="l" rtl="0" indent="-79248" marL="384048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/>
              <a:buChar char="◦"/>
              <a:defRPr/>
            </a:lvl2pPr>
            <a:lvl3pPr algn="l" rtl="0" indent="-97027" marL="566928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/>
              <a:buChar char="◦"/>
              <a:defRPr/>
            </a:lvl3pPr>
            <a:lvl4pPr algn="l" rtl="0" indent="-102108" marL="749808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/>
              <a:buChar char="◦"/>
              <a:defRPr/>
            </a:lvl4pPr>
            <a:lvl5pPr algn="l" rtl="0" indent="-94488" marL="932688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/>
              <a:buChar char="◦"/>
              <a:defRPr/>
            </a:lvl5pPr>
            <a:lvl6pPr algn="l" rtl="0" indent="-147500" marL="11000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/>
              <a:buChar char="◦"/>
              <a:defRPr/>
            </a:lvl6pPr>
            <a:lvl7pPr algn="l" rtl="0" indent="-144300" marL="13000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/>
              <a:buChar char="◦"/>
              <a:defRPr/>
            </a:lvl7pPr>
            <a:lvl8pPr algn="l" rtl="0" indent="-141100" marL="15000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/>
              <a:buChar char="◦"/>
              <a:defRPr/>
            </a:lvl8pPr>
            <a:lvl9pPr algn="l" rtl="0" indent="-150599" marL="1699999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/>
              <a:buChar char="◦"/>
              <a:defRPr/>
            </a:lvl9pPr>
          </a:lstStyle>
          <a:p/>
        </p:txBody>
      </p:sp>
      <p:sp>
        <p:nvSpPr>
          <p:cNvPr id="50" name="Shape 50"/>
          <p:cNvSpPr txBox="1"/>
          <p:nvPr>
            <p:ph idx="10" type="dt"/>
          </p:nvPr>
        </p:nvSpPr>
        <p:spPr>
          <a:xfrm>
            <a:off y="6459785" x="1097279"/>
            <a:ext cy="365125" cx="2472271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ctr" anchorCtr="0"/>
          <a:lstStyle>
            <a:lvl1pPr algn="l" rtl="0" marR="0" indent="0" marL="0">
              <a:spcBef>
                <a:spcPts val="0"/>
              </a:spcBef>
              <a:defRPr/>
            </a:lvl1pPr>
            <a:lvl2pPr algn="l" rtl="0" marR="0" indent="0" marL="457200">
              <a:spcBef>
                <a:spcPts val="0"/>
              </a:spcBef>
              <a:defRPr/>
            </a:lvl2pPr>
            <a:lvl3pPr algn="l" rtl="0" marR="0" indent="0" marL="914400">
              <a:spcBef>
                <a:spcPts val="0"/>
              </a:spcBef>
              <a:defRPr/>
            </a:lvl3pPr>
            <a:lvl4pPr algn="l" rtl="0" marR="0" indent="0" marL="1371600">
              <a:spcBef>
                <a:spcPts val="0"/>
              </a:spcBef>
              <a:defRPr/>
            </a:lvl4pPr>
            <a:lvl5pPr algn="l" rtl="0" marR="0" indent="0" marL="1828800">
              <a:spcBef>
                <a:spcPts val="0"/>
              </a:spcBef>
              <a:defRPr/>
            </a:lvl5pPr>
            <a:lvl6pPr algn="l" rtl="0" marR="0" indent="0" marL="2286000">
              <a:spcBef>
                <a:spcPts val="0"/>
              </a:spcBef>
              <a:defRPr/>
            </a:lvl6pPr>
            <a:lvl7pPr algn="l" rtl="0" marR="0" indent="0" marL="2743200">
              <a:spcBef>
                <a:spcPts val="0"/>
              </a:spcBef>
              <a:defRPr/>
            </a:lvl7pPr>
            <a:lvl8pPr algn="l" rtl="0" marR="0" indent="0" marL="3200400">
              <a:spcBef>
                <a:spcPts val="0"/>
              </a:spcBef>
              <a:defRPr/>
            </a:lvl8pPr>
            <a:lvl9pPr algn="l" rtl="0" marR="0" indent="0" marL="3657600">
              <a:spcBef>
                <a:spcPts val="0"/>
              </a:spcBef>
              <a:defRPr/>
            </a:lvl9pPr>
          </a:lstStyle>
          <a:p/>
        </p:txBody>
      </p:sp>
      <p:sp>
        <p:nvSpPr>
          <p:cNvPr id="51" name="Shape 51"/>
          <p:cNvSpPr txBox="1"/>
          <p:nvPr>
            <p:ph idx="11" type="ftr"/>
          </p:nvPr>
        </p:nvSpPr>
        <p:spPr>
          <a:xfrm>
            <a:off y="6459785" x="3686185"/>
            <a:ext cy="365125" cx="4822803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ctr" anchorCtr="0"/>
          <a:lstStyle>
            <a:lvl1pPr algn="ctr" rtl="0" marR="0" indent="0" marL="0">
              <a:spcBef>
                <a:spcPts val="0"/>
              </a:spcBef>
              <a:defRPr/>
            </a:lvl1pPr>
            <a:lvl2pPr algn="l" rtl="0" marR="0" indent="0" marL="457200">
              <a:spcBef>
                <a:spcPts val="0"/>
              </a:spcBef>
              <a:defRPr/>
            </a:lvl2pPr>
            <a:lvl3pPr algn="l" rtl="0" marR="0" indent="0" marL="914400">
              <a:spcBef>
                <a:spcPts val="0"/>
              </a:spcBef>
              <a:defRPr/>
            </a:lvl3pPr>
            <a:lvl4pPr algn="l" rtl="0" marR="0" indent="0" marL="1371600">
              <a:spcBef>
                <a:spcPts val="0"/>
              </a:spcBef>
              <a:defRPr/>
            </a:lvl4pPr>
            <a:lvl5pPr algn="l" rtl="0" marR="0" indent="0" marL="1828800">
              <a:spcBef>
                <a:spcPts val="0"/>
              </a:spcBef>
              <a:defRPr/>
            </a:lvl5pPr>
            <a:lvl6pPr algn="l" rtl="0" marR="0" indent="0" marL="2286000">
              <a:spcBef>
                <a:spcPts val="0"/>
              </a:spcBef>
              <a:defRPr/>
            </a:lvl6pPr>
            <a:lvl7pPr algn="l" rtl="0" marR="0" indent="0" marL="2743200">
              <a:spcBef>
                <a:spcPts val="0"/>
              </a:spcBef>
              <a:defRPr/>
            </a:lvl7pPr>
            <a:lvl8pPr algn="l" rtl="0" marR="0" indent="0" marL="3200400">
              <a:spcBef>
                <a:spcPts val="0"/>
              </a:spcBef>
              <a:defRPr/>
            </a:lvl8pPr>
            <a:lvl9pPr algn="l" rtl="0" marR="0" indent="0" marL="3657600">
              <a:spcBef>
                <a:spcPts val="0"/>
              </a:spcBef>
              <a:defRPr/>
            </a:lvl9pPr>
          </a:lstStyle>
          <a:p/>
        </p:txBody>
      </p:sp>
      <p:sp>
        <p:nvSpPr>
          <p:cNvPr id="52" name="Shape 52"/>
          <p:cNvSpPr txBox="1"/>
          <p:nvPr>
            <p:ph idx="12" type="sldNum"/>
          </p:nvPr>
        </p:nvSpPr>
        <p:spPr>
          <a:xfrm>
            <a:off y="6459785" x="9900457"/>
            <a:ext cy="365125" cx="1312024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ctr" anchorCtr="0">
            <a:noAutofit/>
          </a:bodyPr>
          <a:lstStyle/>
          <a:p>
            <a:pPr lvl="0" indent="-88900" marL="0">
              <a:spcBef>
                <a:spcPts val="0"/>
              </a:spcBef>
              <a:buClr>
                <a:srgbClr val="000000"/>
              </a:buClr>
              <a:buFont typeface="Arial"/>
              <a:buChar char="●"/>
            </a:pPr>
            <a:r>
              <a:t/>
            </a:r>
            <a:endParaRPr/>
          </a:p>
          <a:p>
            <a:pPr lvl="1" indent="-88900" marL="457200">
              <a:spcBef>
                <a:spcPts val="0"/>
              </a:spcBef>
              <a:buClr>
                <a:srgbClr val="000000"/>
              </a:buClr>
              <a:buFont typeface="Courier New"/>
              <a:buChar char="o"/>
            </a:pPr>
            <a:r>
              <a:t/>
            </a:r>
            <a:endParaRPr/>
          </a:p>
          <a:p>
            <a:pPr lvl="2" indent="-88900" marL="914400">
              <a:spcBef>
                <a:spcPts val="0"/>
              </a:spcBef>
              <a:buClr>
                <a:srgbClr val="000000"/>
              </a:buClr>
              <a:buFont typeface="Wingdings"/>
              <a:buChar char="§"/>
            </a:pPr>
            <a:r>
              <a:t/>
            </a:r>
            <a:endParaRPr/>
          </a:p>
          <a:p>
            <a:pPr lvl="3" indent="-88900" marL="1371600">
              <a:spcBef>
                <a:spcPts val="0"/>
              </a:spcBef>
              <a:buClr>
                <a:srgbClr val="000000"/>
              </a:buClr>
              <a:buFont typeface="Arial"/>
              <a:buChar char="●"/>
            </a:pPr>
            <a:r>
              <a:t/>
            </a:r>
            <a:endParaRPr/>
          </a:p>
          <a:p>
            <a:pPr lvl="4" indent="-88900" marL="1828800">
              <a:spcBef>
                <a:spcPts val="0"/>
              </a:spcBef>
              <a:buClr>
                <a:srgbClr val="000000"/>
              </a:buClr>
              <a:buFont typeface="Courier New"/>
              <a:buChar char="o"/>
            </a:pPr>
            <a:r>
              <a:t/>
            </a:r>
            <a:endParaRPr/>
          </a:p>
          <a:p>
            <a:pPr lvl="5" indent="-88900" marL="2286000">
              <a:spcBef>
                <a:spcPts val="0"/>
              </a:spcBef>
              <a:buClr>
                <a:srgbClr val="000000"/>
              </a:buClr>
              <a:buFont typeface="Wingdings"/>
              <a:buChar char="§"/>
            </a:pPr>
            <a:r>
              <a:t/>
            </a:r>
            <a:endParaRPr/>
          </a:p>
          <a:p>
            <a:pPr lvl="6" indent="-88900" marL="2743200">
              <a:spcBef>
                <a:spcPts val="0"/>
              </a:spcBef>
              <a:buClr>
                <a:srgbClr val="000000"/>
              </a:buClr>
              <a:buFont typeface="Arial"/>
              <a:buChar char="●"/>
            </a:pPr>
            <a:r>
              <a:t/>
            </a:r>
            <a:endParaRPr/>
          </a:p>
          <a:p>
            <a:pPr lvl="7" indent="-88900" marL="3200400">
              <a:spcBef>
                <a:spcPts val="0"/>
              </a:spcBef>
              <a:buClr>
                <a:srgbClr val="000000"/>
              </a:buClr>
              <a:buFont typeface="Courier New"/>
              <a:buChar char="o"/>
            </a:pPr>
            <a:r>
              <a:t/>
            </a:r>
            <a:endParaRPr/>
          </a:p>
          <a:p>
            <a:pPr lvl="8" indent="-88900" marL="3657600">
              <a:spcBef>
                <a:spcPts val="0"/>
              </a:spcBef>
              <a:buClr>
                <a:srgbClr val="000000"/>
              </a:buClr>
              <a:buFont typeface="Wingdings"/>
              <a:buChar char="§"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itleOnly">
  <p:cSld name="Title Only">
    <p:spTree>
      <p:nvGrpSpPr>
        <p:cNvPr id="53" name="Shape 53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54" name="Shape 54"/>
          <p:cNvSpPr txBox="1"/>
          <p:nvPr>
            <p:ph type="title"/>
          </p:nvPr>
        </p:nvSpPr>
        <p:spPr>
          <a:xfrm>
            <a:off y="286603" x="1097279"/>
            <a:ext cy="1450756" cx="10058399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b" anchorCtr="0"/>
          <a:lstStyle>
            <a:lvl1pPr algn="l" rtl="0">
              <a:lnSpc>
                <a:spcPct val="85000"/>
              </a:lnSpc>
              <a:spcBef>
                <a:spcPts val="0"/>
              </a:spcBef>
              <a:buClr>
                <a:srgbClr val="3F3F3F"/>
              </a:buClr>
              <a:buFont typeface="Calibri"/>
              <a:buNone/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/>
        </p:txBody>
      </p:sp>
      <p:sp>
        <p:nvSpPr>
          <p:cNvPr id="55" name="Shape 55"/>
          <p:cNvSpPr txBox="1"/>
          <p:nvPr>
            <p:ph idx="10" type="dt"/>
          </p:nvPr>
        </p:nvSpPr>
        <p:spPr>
          <a:xfrm>
            <a:off y="6459785" x="1097279"/>
            <a:ext cy="365125" cx="2472271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ctr" anchorCtr="0"/>
          <a:lstStyle>
            <a:lvl1pPr algn="l" rtl="0" marR="0" indent="0" marL="0">
              <a:spcBef>
                <a:spcPts val="0"/>
              </a:spcBef>
              <a:defRPr/>
            </a:lvl1pPr>
            <a:lvl2pPr algn="l" rtl="0" marR="0" indent="0" marL="457200">
              <a:spcBef>
                <a:spcPts val="0"/>
              </a:spcBef>
              <a:defRPr/>
            </a:lvl2pPr>
            <a:lvl3pPr algn="l" rtl="0" marR="0" indent="0" marL="914400">
              <a:spcBef>
                <a:spcPts val="0"/>
              </a:spcBef>
              <a:defRPr/>
            </a:lvl3pPr>
            <a:lvl4pPr algn="l" rtl="0" marR="0" indent="0" marL="1371600">
              <a:spcBef>
                <a:spcPts val="0"/>
              </a:spcBef>
              <a:defRPr/>
            </a:lvl4pPr>
            <a:lvl5pPr algn="l" rtl="0" marR="0" indent="0" marL="1828800">
              <a:spcBef>
                <a:spcPts val="0"/>
              </a:spcBef>
              <a:defRPr/>
            </a:lvl5pPr>
            <a:lvl6pPr algn="l" rtl="0" marR="0" indent="0" marL="2286000">
              <a:spcBef>
                <a:spcPts val="0"/>
              </a:spcBef>
              <a:defRPr/>
            </a:lvl6pPr>
            <a:lvl7pPr algn="l" rtl="0" marR="0" indent="0" marL="2743200">
              <a:spcBef>
                <a:spcPts val="0"/>
              </a:spcBef>
              <a:defRPr/>
            </a:lvl7pPr>
            <a:lvl8pPr algn="l" rtl="0" marR="0" indent="0" marL="3200400">
              <a:spcBef>
                <a:spcPts val="0"/>
              </a:spcBef>
              <a:defRPr/>
            </a:lvl8pPr>
            <a:lvl9pPr algn="l" rtl="0" marR="0" indent="0" marL="3657600">
              <a:spcBef>
                <a:spcPts val="0"/>
              </a:spcBef>
              <a:defRPr/>
            </a:lvl9pPr>
          </a:lstStyle>
          <a:p/>
        </p:txBody>
      </p:sp>
      <p:sp>
        <p:nvSpPr>
          <p:cNvPr id="56" name="Shape 56"/>
          <p:cNvSpPr txBox="1"/>
          <p:nvPr>
            <p:ph idx="11" type="ftr"/>
          </p:nvPr>
        </p:nvSpPr>
        <p:spPr>
          <a:xfrm>
            <a:off y="6459785" x="3686185"/>
            <a:ext cy="365125" cx="4822803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ctr" anchorCtr="0"/>
          <a:lstStyle>
            <a:lvl1pPr algn="ctr" rtl="0" marR="0" indent="0" marL="0">
              <a:spcBef>
                <a:spcPts val="0"/>
              </a:spcBef>
              <a:defRPr/>
            </a:lvl1pPr>
            <a:lvl2pPr algn="l" rtl="0" marR="0" indent="0" marL="457200">
              <a:spcBef>
                <a:spcPts val="0"/>
              </a:spcBef>
              <a:defRPr/>
            </a:lvl2pPr>
            <a:lvl3pPr algn="l" rtl="0" marR="0" indent="0" marL="914400">
              <a:spcBef>
                <a:spcPts val="0"/>
              </a:spcBef>
              <a:defRPr/>
            </a:lvl3pPr>
            <a:lvl4pPr algn="l" rtl="0" marR="0" indent="0" marL="1371600">
              <a:spcBef>
                <a:spcPts val="0"/>
              </a:spcBef>
              <a:defRPr/>
            </a:lvl4pPr>
            <a:lvl5pPr algn="l" rtl="0" marR="0" indent="0" marL="1828800">
              <a:spcBef>
                <a:spcPts val="0"/>
              </a:spcBef>
              <a:defRPr/>
            </a:lvl5pPr>
            <a:lvl6pPr algn="l" rtl="0" marR="0" indent="0" marL="2286000">
              <a:spcBef>
                <a:spcPts val="0"/>
              </a:spcBef>
              <a:defRPr/>
            </a:lvl6pPr>
            <a:lvl7pPr algn="l" rtl="0" marR="0" indent="0" marL="2743200">
              <a:spcBef>
                <a:spcPts val="0"/>
              </a:spcBef>
              <a:defRPr/>
            </a:lvl7pPr>
            <a:lvl8pPr algn="l" rtl="0" marR="0" indent="0" marL="3200400">
              <a:spcBef>
                <a:spcPts val="0"/>
              </a:spcBef>
              <a:defRPr/>
            </a:lvl8pPr>
            <a:lvl9pPr algn="l" rtl="0" marR="0" indent="0" marL="3657600">
              <a:spcBef>
                <a:spcPts val="0"/>
              </a:spcBef>
              <a:defRPr/>
            </a:lvl9pPr>
          </a:lstStyle>
          <a:p/>
        </p:txBody>
      </p:sp>
      <p:sp>
        <p:nvSpPr>
          <p:cNvPr id="57" name="Shape 57"/>
          <p:cNvSpPr txBox="1"/>
          <p:nvPr>
            <p:ph idx="12" type="sldNum"/>
          </p:nvPr>
        </p:nvSpPr>
        <p:spPr>
          <a:xfrm>
            <a:off y="6459785" x="9900457"/>
            <a:ext cy="365125" cx="1312024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ctr" anchorCtr="0">
            <a:noAutofit/>
          </a:bodyPr>
          <a:lstStyle/>
          <a:p>
            <a:pPr lvl="0" indent="-88900" marL="0">
              <a:spcBef>
                <a:spcPts val="0"/>
              </a:spcBef>
              <a:buClr>
                <a:srgbClr val="000000"/>
              </a:buClr>
              <a:buFont typeface="Arial"/>
              <a:buChar char="●"/>
            </a:pPr>
            <a:r>
              <a:t/>
            </a:r>
            <a:endParaRPr/>
          </a:p>
          <a:p>
            <a:pPr lvl="1" indent="-88900" marL="457200">
              <a:spcBef>
                <a:spcPts val="0"/>
              </a:spcBef>
              <a:buClr>
                <a:srgbClr val="000000"/>
              </a:buClr>
              <a:buFont typeface="Courier New"/>
              <a:buChar char="o"/>
            </a:pPr>
            <a:r>
              <a:t/>
            </a:r>
            <a:endParaRPr/>
          </a:p>
          <a:p>
            <a:pPr lvl="2" indent="-88900" marL="914400">
              <a:spcBef>
                <a:spcPts val="0"/>
              </a:spcBef>
              <a:buClr>
                <a:srgbClr val="000000"/>
              </a:buClr>
              <a:buFont typeface="Wingdings"/>
              <a:buChar char="§"/>
            </a:pPr>
            <a:r>
              <a:t/>
            </a:r>
            <a:endParaRPr/>
          </a:p>
          <a:p>
            <a:pPr lvl="3" indent="-88900" marL="1371600">
              <a:spcBef>
                <a:spcPts val="0"/>
              </a:spcBef>
              <a:buClr>
                <a:srgbClr val="000000"/>
              </a:buClr>
              <a:buFont typeface="Arial"/>
              <a:buChar char="●"/>
            </a:pPr>
            <a:r>
              <a:t/>
            </a:r>
            <a:endParaRPr/>
          </a:p>
          <a:p>
            <a:pPr lvl="4" indent="-88900" marL="1828800">
              <a:spcBef>
                <a:spcPts val="0"/>
              </a:spcBef>
              <a:buClr>
                <a:srgbClr val="000000"/>
              </a:buClr>
              <a:buFont typeface="Courier New"/>
              <a:buChar char="o"/>
            </a:pPr>
            <a:r>
              <a:t/>
            </a:r>
            <a:endParaRPr/>
          </a:p>
          <a:p>
            <a:pPr lvl="5" indent="-88900" marL="2286000">
              <a:spcBef>
                <a:spcPts val="0"/>
              </a:spcBef>
              <a:buClr>
                <a:srgbClr val="000000"/>
              </a:buClr>
              <a:buFont typeface="Wingdings"/>
              <a:buChar char="§"/>
            </a:pPr>
            <a:r>
              <a:t/>
            </a:r>
            <a:endParaRPr/>
          </a:p>
          <a:p>
            <a:pPr lvl="6" indent="-88900" marL="2743200">
              <a:spcBef>
                <a:spcPts val="0"/>
              </a:spcBef>
              <a:buClr>
                <a:srgbClr val="000000"/>
              </a:buClr>
              <a:buFont typeface="Arial"/>
              <a:buChar char="●"/>
            </a:pPr>
            <a:r>
              <a:t/>
            </a:r>
            <a:endParaRPr/>
          </a:p>
          <a:p>
            <a:pPr lvl="7" indent="-88900" marL="3200400">
              <a:spcBef>
                <a:spcPts val="0"/>
              </a:spcBef>
              <a:buClr>
                <a:srgbClr val="000000"/>
              </a:buClr>
              <a:buFont typeface="Courier New"/>
              <a:buChar char="o"/>
            </a:pPr>
            <a:r>
              <a:t/>
            </a:r>
            <a:endParaRPr/>
          </a:p>
          <a:p>
            <a:pPr lvl="8" indent="-88900" marL="3657600">
              <a:spcBef>
                <a:spcPts val="0"/>
              </a:spcBef>
              <a:buClr>
                <a:srgbClr val="000000"/>
              </a:buClr>
              <a:buFont typeface="Wingdings"/>
              <a:buChar char="§"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blank">
  <p:cSld name="Blank">
    <p:spTree>
      <p:nvGrpSpPr>
        <p:cNvPr id="58" name="Shape 58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59" name="Shape 59"/>
          <p:cNvSpPr/>
          <p:nvPr/>
        </p:nvSpPr>
        <p:spPr>
          <a:xfrm>
            <a:off y="6400800" x="3175"/>
            <a:ext cy="457200" cx="1218882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bIns="91425" rIns="91425" lIns="91425" t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60" name="Shape 60"/>
          <p:cNvSpPr/>
          <p:nvPr/>
        </p:nvSpPr>
        <p:spPr>
          <a:xfrm>
            <a:off y="6334316" x="15"/>
            <a:ext cy="64008" cx="12188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bIns="91425" rIns="91425" lIns="91425" t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61" name="Shape 61"/>
          <p:cNvSpPr txBox="1"/>
          <p:nvPr>
            <p:ph idx="10" type="dt"/>
          </p:nvPr>
        </p:nvSpPr>
        <p:spPr>
          <a:xfrm>
            <a:off y="6459785" x="1097279"/>
            <a:ext cy="365125" cx="2472271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ctr" anchorCtr="0"/>
          <a:lstStyle>
            <a:lvl1pPr algn="l" rtl="0" marR="0" indent="0" marL="0">
              <a:spcBef>
                <a:spcPts val="0"/>
              </a:spcBef>
              <a:defRPr/>
            </a:lvl1pPr>
            <a:lvl2pPr algn="l" rtl="0" marR="0" indent="0" marL="457200">
              <a:spcBef>
                <a:spcPts val="0"/>
              </a:spcBef>
              <a:defRPr/>
            </a:lvl2pPr>
            <a:lvl3pPr algn="l" rtl="0" marR="0" indent="0" marL="914400">
              <a:spcBef>
                <a:spcPts val="0"/>
              </a:spcBef>
              <a:defRPr/>
            </a:lvl3pPr>
            <a:lvl4pPr algn="l" rtl="0" marR="0" indent="0" marL="1371600">
              <a:spcBef>
                <a:spcPts val="0"/>
              </a:spcBef>
              <a:defRPr/>
            </a:lvl4pPr>
            <a:lvl5pPr algn="l" rtl="0" marR="0" indent="0" marL="1828800">
              <a:spcBef>
                <a:spcPts val="0"/>
              </a:spcBef>
              <a:defRPr/>
            </a:lvl5pPr>
            <a:lvl6pPr algn="l" rtl="0" marR="0" indent="0" marL="2286000">
              <a:spcBef>
                <a:spcPts val="0"/>
              </a:spcBef>
              <a:defRPr/>
            </a:lvl6pPr>
            <a:lvl7pPr algn="l" rtl="0" marR="0" indent="0" marL="2743200">
              <a:spcBef>
                <a:spcPts val="0"/>
              </a:spcBef>
              <a:defRPr/>
            </a:lvl7pPr>
            <a:lvl8pPr algn="l" rtl="0" marR="0" indent="0" marL="3200400">
              <a:spcBef>
                <a:spcPts val="0"/>
              </a:spcBef>
              <a:defRPr/>
            </a:lvl8pPr>
            <a:lvl9pPr algn="l" rtl="0" marR="0" indent="0" marL="3657600">
              <a:spcBef>
                <a:spcPts val="0"/>
              </a:spcBef>
              <a:defRPr/>
            </a:lvl9pPr>
          </a:lstStyle>
          <a:p/>
        </p:txBody>
      </p:sp>
      <p:sp>
        <p:nvSpPr>
          <p:cNvPr id="62" name="Shape 62"/>
          <p:cNvSpPr txBox="1"/>
          <p:nvPr>
            <p:ph idx="11" type="ftr"/>
          </p:nvPr>
        </p:nvSpPr>
        <p:spPr>
          <a:xfrm>
            <a:off y="6459785" x="3686185"/>
            <a:ext cy="365125" cx="4822803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ctr" anchorCtr="0"/>
          <a:lstStyle>
            <a:lvl1pPr algn="ctr" rtl="0" marR="0" indent="0" marL="0">
              <a:spcBef>
                <a:spcPts val="0"/>
              </a:spcBef>
              <a:defRPr/>
            </a:lvl1pPr>
            <a:lvl2pPr algn="l" rtl="0" marR="0" indent="0" marL="457200">
              <a:spcBef>
                <a:spcPts val="0"/>
              </a:spcBef>
              <a:defRPr/>
            </a:lvl2pPr>
            <a:lvl3pPr algn="l" rtl="0" marR="0" indent="0" marL="914400">
              <a:spcBef>
                <a:spcPts val="0"/>
              </a:spcBef>
              <a:defRPr/>
            </a:lvl3pPr>
            <a:lvl4pPr algn="l" rtl="0" marR="0" indent="0" marL="1371600">
              <a:spcBef>
                <a:spcPts val="0"/>
              </a:spcBef>
              <a:defRPr/>
            </a:lvl4pPr>
            <a:lvl5pPr algn="l" rtl="0" marR="0" indent="0" marL="1828800">
              <a:spcBef>
                <a:spcPts val="0"/>
              </a:spcBef>
              <a:defRPr/>
            </a:lvl5pPr>
            <a:lvl6pPr algn="l" rtl="0" marR="0" indent="0" marL="2286000">
              <a:spcBef>
                <a:spcPts val="0"/>
              </a:spcBef>
              <a:defRPr/>
            </a:lvl6pPr>
            <a:lvl7pPr algn="l" rtl="0" marR="0" indent="0" marL="2743200">
              <a:spcBef>
                <a:spcPts val="0"/>
              </a:spcBef>
              <a:defRPr/>
            </a:lvl7pPr>
            <a:lvl8pPr algn="l" rtl="0" marR="0" indent="0" marL="3200400">
              <a:spcBef>
                <a:spcPts val="0"/>
              </a:spcBef>
              <a:defRPr/>
            </a:lvl8pPr>
            <a:lvl9pPr algn="l" rtl="0" marR="0" indent="0" marL="3657600">
              <a:spcBef>
                <a:spcPts val="0"/>
              </a:spcBef>
              <a:defRPr/>
            </a:lvl9pPr>
          </a:lstStyle>
          <a:p/>
        </p:txBody>
      </p:sp>
      <p:sp>
        <p:nvSpPr>
          <p:cNvPr id="63" name="Shape 63"/>
          <p:cNvSpPr txBox="1"/>
          <p:nvPr>
            <p:ph idx="12" type="sldNum"/>
          </p:nvPr>
        </p:nvSpPr>
        <p:spPr>
          <a:xfrm>
            <a:off y="6459785" x="9900457"/>
            <a:ext cy="365125" cx="1312024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ctr" anchorCtr="0">
            <a:noAutofit/>
          </a:bodyPr>
          <a:lstStyle/>
          <a:p>
            <a:pPr lvl="0" indent="-88900" marL="0">
              <a:spcBef>
                <a:spcPts val="0"/>
              </a:spcBef>
              <a:buClr>
                <a:srgbClr val="000000"/>
              </a:buClr>
              <a:buFont typeface="Arial"/>
              <a:buChar char="●"/>
            </a:pPr>
            <a:r>
              <a:t/>
            </a:r>
            <a:endParaRPr/>
          </a:p>
          <a:p>
            <a:pPr lvl="1" indent="-88900" marL="457200">
              <a:spcBef>
                <a:spcPts val="0"/>
              </a:spcBef>
              <a:buClr>
                <a:srgbClr val="000000"/>
              </a:buClr>
              <a:buFont typeface="Courier New"/>
              <a:buChar char="o"/>
            </a:pPr>
            <a:r>
              <a:t/>
            </a:r>
            <a:endParaRPr/>
          </a:p>
          <a:p>
            <a:pPr lvl="2" indent="-88900" marL="914400">
              <a:spcBef>
                <a:spcPts val="0"/>
              </a:spcBef>
              <a:buClr>
                <a:srgbClr val="000000"/>
              </a:buClr>
              <a:buFont typeface="Wingdings"/>
              <a:buChar char="§"/>
            </a:pPr>
            <a:r>
              <a:t/>
            </a:r>
            <a:endParaRPr/>
          </a:p>
          <a:p>
            <a:pPr lvl="3" indent="-88900" marL="1371600">
              <a:spcBef>
                <a:spcPts val="0"/>
              </a:spcBef>
              <a:buClr>
                <a:srgbClr val="000000"/>
              </a:buClr>
              <a:buFont typeface="Arial"/>
              <a:buChar char="●"/>
            </a:pPr>
            <a:r>
              <a:t/>
            </a:r>
            <a:endParaRPr/>
          </a:p>
          <a:p>
            <a:pPr lvl="4" indent="-88900" marL="1828800">
              <a:spcBef>
                <a:spcPts val="0"/>
              </a:spcBef>
              <a:buClr>
                <a:srgbClr val="000000"/>
              </a:buClr>
              <a:buFont typeface="Courier New"/>
              <a:buChar char="o"/>
            </a:pPr>
            <a:r>
              <a:t/>
            </a:r>
            <a:endParaRPr/>
          </a:p>
          <a:p>
            <a:pPr lvl="5" indent="-88900" marL="2286000">
              <a:spcBef>
                <a:spcPts val="0"/>
              </a:spcBef>
              <a:buClr>
                <a:srgbClr val="000000"/>
              </a:buClr>
              <a:buFont typeface="Wingdings"/>
              <a:buChar char="§"/>
            </a:pPr>
            <a:r>
              <a:t/>
            </a:r>
            <a:endParaRPr/>
          </a:p>
          <a:p>
            <a:pPr lvl="6" indent="-88900" marL="2743200">
              <a:spcBef>
                <a:spcPts val="0"/>
              </a:spcBef>
              <a:buClr>
                <a:srgbClr val="000000"/>
              </a:buClr>
              <a:buFont typeface="Arial"/>
              <a:buChar char="●"/>
            </a:pPr>
            <a:r>
              <a:t/>
            </a:r>
            <a:endParaRPr/>
          </a:p>
          <a:p>
            <a:pPr lvl="7" indent="-88900" marL="3200400">
              <a:spcBef>
                <a:spcPts val="0"/>
              </a:spcBef>
              <a:buClr>
                <a:srgbClr val="000000"/>
              </a:buClr>
              <a:buFont typeface="Courier New"/>
              <a:buChar char="o"/>
            </a:pPr>
            <a:r>
              <a:t/>
            </a:r>
            <a:endParaRPr/>
          </a:p>
          <a:p>
            <a:pPr lvl="8" indent="-88900" marL="3657600">
              <a:spcBef>
                <a:spcPts val="0"/>
              </a:spcBef>
              <a:buClr>
                <a:srgbClr val="000000"/>
              </a:buClr>
              <a:buFont typeface="Wingdings"/>
              <a:buChar char="§"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objTx">
  <p:cSld name="Content with Caption">
    <p:spTree>
      <p:nvGrpSpPr>
        <p:cNvPr id="64" name="Shape 64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65" name="Shape 65"/>
          <p:cNvSpPr/>
          <p:nvPr/>
        </p:nvSpPr>
        <p:spPr>
          <a:xfrm>
            <a:off y="0" x="15"/>
            <a:ext cy="6858000" cx="405079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bIns="91425" rIns="91425" lIns="91425" t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66" name="Shape 66"/>
          <p:cNvSpPr/>
          <p:nvPr/>
        </p:nvSpPr>
        <p:spPr>
          <a:xfrm>
            <a:off y="0" x="4040071"/>
            <a:ext cy="6858000" cx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bIns="91425" rIns="91425" lIns="91425" t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67" name="Shape 67"/>
          <p:cNvSpPr txBox="1"/>
          <p:nvPr>
            <p:ph type="title"/>
          </p:nvPr>
        </p:nvSpPr>
        <p:spPr>
          <a:xfrm>
            <a:off y="594358" x="457200"/>
            <a:ext cy="2286000" cx="3200399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b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/>
        </p:txBody>
      </p:sp>
      <p:sp>
        <p:nvSpPr>
          <p:cNvPr id="68" name="Shape 68"/>
          <p:cNvSpPr txBox="1"/>
          <p:nvPr>
            <p:ph idx="1" type="body"/>
          </p:nvPr>
        </p:nvSpPr>
        <p:spPr>
          <a:xfrm>
            <a:off y="731520" x="4800600"/>
            <a:ext cy="5257799" cx="6492239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/>
          <a:lstStyle>
            <a:lvl1pPr algn="l" rtl="0" indent="35560" marL="9144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Font typeface="Calibri"/>
              <a:buChar char=" "/>
              <a:defRPr/>
            </a:lvl1pPr>
            <a:lvl2pPr algn="l" rtl="0" indent="-79248" marL="384048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/>
              <a:buChar char="◦"/>
              <a:defRPr/>
            </a:lvl2pPr>
            <a:lvl3pPr algn="l" rtl="0" indent="-97027" marL="566928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/>
              <a:buChar char="◦"/>
              <a:defRPr/>
            </a:lvl3pPr>
            <a:lvl4pPr algn="l" rtl="0" indent="-102108" marL="749808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/>
              <a:buChar char="◦"/>
              <a:defRPr/>
            </a:lvl4pPr>
            <a:lvl5pPr algn="l" rtl="0" indent="-94488" marL="932688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/>
              <a:buChar char="◦"/>
              <a:defRPr/>
            </a:lvl5pPr>
            <a:lvl6pPr algn="l" rtl="0" indent="-147500" marL="11000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/>
              <a:buChar char="◦"/>
              <a:defRPr/>
            </a:lvl6pPr>
            <a:lvl7pPr algn="l" rtl="0" indent="-144300" marL="13000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/>
              <a:buChar char="◦"/>
              <a:defRPr/>
            </a:lvl7pPr>
            <a:lvl8pPr algn="l" rtl="0" indent="-141100" marL="15000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/>
              <a:buChar char="◦"/>
              <a:defRPr/>
            </a:lvl8pPr>
            <a:lvl9pPr algn="l" rtl="0" indent="-150599" marL="1699999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/>
              <a:buChar char="◦"/>
              <a:defRPr/>
            </a:lvl9pPr>
          </a:lstStyle>
          <a:p/>
        </p:txBody>
      </p:sp>
      <p:sp>
        <p:nvSpPr>
          <p:cNvPr id="69" name="Shape 69"/>
          <p:cNvSpPr txBox="1"/>
          <p:nvPr>
            <p:ph idx="2" type="body"/>
          </p:nvPr>
        </p:nvSpPr>
        <p:spPr>
          <a:xfrm>
            <a:off y="2926080" x="457200"/>
            <a:ext cy="3379124" cx="3200399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/>
          <a:lstStyle>
            <a:lvl1pPr rtl="0" indent="0" marL="0">
              <a:spcBef>
                <a:spcPts val="0"/>
              </a:spcBef>
              <a:buClr>
                <a:srgbClr val="FFFFFF"/>
              </a:buClr>
              <a:buFont typeface="Calibri"/>
              <a:buNone/>
              <a:defRPr/>
            </a:lvl1pPr>
            <a:lvl2pPr rtl="0" indent="0" marL="457200">
              <a:spcBef>
                <a:spcPts val="0"/>
              </a:spcBef>
              <a:buFont typeface="Calibri"/>
              <a:buNone/>
              <a:defRPr/>
            </a:lvl2pPr>
            <a:lvl3pPr rtl="0" indent="0" marL="914400">
              <a:spcBef>
                <a:spcPts val="0"/>
              </a:spcBef>
              <a:buFont typeface="Calibri"/>
              <a:buNone/>
              <a:defRPr/>
            </a:lvl3pPr>
            <a:lvl4pPr rtl="0" indent="0" marL="1371600">
              <a:spcBef>
                <a:spcPts val="0"/>
              </a:spcBef>
              <a:buFont typeface="Calibri"/>
              <a:buNone/>
              <a:defRPr/>
            </a:lvl4pPr>
            <a:lvl5pPr rtl="0" indent="0" marL="1828800">
              <a:spcBef>
                <a:spcPts val="0"/>
              </a:spcBef>
              <a:buFont typeface="Calibri"/>
              <a:buNone/>
              <a:defRPr/>
            </a:lvl5pPr>
            <a:lvl6pPr rtl="0" indent="0" marL="2286000">
              <a:spcBef>
                <a:spcPts val="0"/>
              </a:spcBef>
              <a:buFont typeface="Calibri"/>
              <a:buNone/>
              <a:defRPr/>
            </a:lvl6pPr>
            <a:lvl7pPr rtl="0" indent="0" marL="2743200">
              <a:spcBef>
                <a:spcPts val="0"/>
              </a:spcBef>
              <a:buFont typeface="Calibri"/>
              <a:buNone/>
              <a:defRPr/>
            </a:lvl7pPr>
            <a:lvl8pPr rtl="0" indent="0" marL="3200400">
              <a:spcBef>
                <a:spcPts val="0"/>
              </a:spcBef>
              <a:buFont typeface="Calibri"/>
              <a:buNone/>
              <a:defRPr/>
            </a:lvl8pPr>
            <a:lvl9pPr rtl="0" indent="0" marL="3657600">
              <a:spcBef>
                <a:spcPts val="0"/>
              </a:spcBef>
              <a:buFont typeface="Calibri"/>
              <a:buNone/>
              <a:defRPr/>
            </a:lvl9pPr>
          </a:lstStyle>
          <a:p/>
        </p:txBody>
      </p:sp>
      <p:sp>
        <p:nvSpPr>
          <p:cNvPr id="70" name="Shape 70"/>
          <p:cNvSpPr txBox="1"/>
          <p:nvPr>
            <p:ph idx="10" type="dt"/>
          </p:nvPr>
        </p:nvSpPr>
        <p:spPr>
          <a:xfrm>
            <a:off y="6459785" x="465512"/>
            <a:ext cy="365125" cx="2618509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ctr" anchorCtr="0"/>
          <a:lstStyle>
            <a:lvl1pPr algn="l" rtl="0" marR="0" indent="0" marL="0">
              <a:spcBef>
                <a:spcPts val="0"/>
              </a:spcBef>
              <a:defRPr/>
            </a:lvl1pPr>
            <a:lvl2pPr algn="l" rtl="0" marR="0" indent="0" marL="457200">
              <a:spcBef>
                <a:spcPts val="0"/>
              </a:spcBef>
              <a:defRPr/>
            </a:lvl2pPr>
            <a:lvl3pPr algn="l" rtl="0" marR="0" indent="0" marL="914400">
              <a:spcBef>
                <a:spcPts val="0"/>
              </a:spcBef>
              <a:defRPr/>
            </a:lvl3pPr>
            <a:lvl4pPr algn="l" rtl="0" marR="0" indent="0" marL="1371600">
              <a:spcBef>
                <a:spcPts val="0"/>
              </a:spcBef>
              <a:defRPr/>
            </a:lvl4pPr>
            <a:lvl5pPr algn="l" rtl="0" marR="0" indent="0" marL="1828800">
              <a:spcBef>
                <a:spcPts val="0"/>
              </a:spcBef>
              <a:defRPr/>
            </a:lvl5pPr>
            <a:lvl6pPr algn="l" rtl="0" marR="0" indent="0" marL="2286000">
              <a:spcBef>
                <a:spcPts val="0"/>
              </a:spcBef>
              <a:defRPr/>
            </a:lvl6pPr>
            <a:lvl7pPr algn="l" rtl="0" marR="0" indent="0" marL="2743200">
              <a:spcBef>
                <a:spcPts val="0"/>
              </a:spcBef>
              <a:defRPr/>
            </a:lvl7pPr>
            <a:lvl8pPr algn="l" rtl="0" marR="0" indent="0" marL="3200400">
              <a:spcBef>
                <a:spcPts val="0"/>
              </a:spcBef>
              <a:defRPr/>
            </a:lvl8pPr>
            <a:lvl9pPr algn="l" rtl="0" marR="0" indent="0" marL="3657600">
              <a:spcBef>
                <a:spcPts val="0"/>
              </a:spcBef>
              <a:defRPr/>
            </a:lvl9pPr>
          </a:lstStyle>
          <a:p/>
        </p:txBody>
      </p:sp>
      <p:sp>
        <p:nvSpPr>
          <p:cNvPr id="71" name="Shape 71"/>
          <p:cNvSpPr txBox="1"/>
          <p:nvPr>
            <p:ph idx="11" type="ftr"/>
          </p:nvPr>
        </p:nvSpPr>
        <p:spPr>
          <a:xfrm>
            <a:off y="6459785" x="4800600"/>
            <a:ext cy="365125" cx="4648199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ctr" anchorCtr="0"/>
          <a:lstStyle>
            <a:lvl1pPr algn="l" rtl="0" marR="0" indent="0" marL="0">
              <a:spcBef>
                <a:spcPts val="0"/>
              </a:spcBef>
              <a:defRPr/>
            </a:lvl1pPr>
            <a:lvl2pPr algn="l" rtl="0" marR="0" indent="0" marL="457200">
              <a:spcBef>
                <a:spcPts val="0"/>
              </a:spcBef>
              <a:defRPr/>
            </a:lvl2pPr>
            <a:lvl3pPr algn="l" rtl="0" marR="0" indent="0" marL="914400">
              <a:spcBef>
                <a:spcPts val="0"/>
              </a:spcBef>
              <a:defRPr/>
            </a:lvl3pPr>
            <a:lvl4pPr algn="l" rtl="0" marR="0" indent="0" marL="1371600">
              <a:spcBef>
                <a:spcPts val="0"/>
              </a:spcBef>
              <a:defRPr/>
            </a:lvl4pPr>
            <a:lvl5pPr algn="l" rtl="0" marR="0" indent="0" marL="1828800">
              <a:spcBef>
                <a:spcPts val="0"/>
              </a:spcBef>
              <a:defRPr/>
            </a:lvl5pPr>
            <a:lvl6pPr algn="l" rtl="0" marR="0" indent="0" marL="2286000">
              <a:spcBef>
                <a:spcPts val="0"/>
              </a:spcBef>
              <a:defRPr/>
            </a:lvl6pPr>
            <a:lvl7pPr algn="l" rtl="0" marR="0" indent="0" marL="2743200">
              <a:spcBef>
                <a:spcPts val="0"/>
              </a:spcBef>
              <a:defRPr/>
            </a:lvl7pPr>
            <a:lvl8pPr algn="l" rtl="0" marR="0" indent="0" marL="3200400">
              <a:spcBef>
                <a:spcPts val="0"/>
              </a:spcBef>
              <a:defRPr/>
            </a:lvl8pPr>
            <a:lvl9pPr algn="l" rtl="0" marR="0" indent="0" marL="3657600">
              <a:spcBef>
                <a:spcPts val="0"/>
              </a:spcBef>
              <a:defRPr/>
            </a:lvl9pPr>
          </a:lstStyle>
          <a:p/>
        </p:txBody>
      </p:sp>
      <p:sp>
        <p:nvSpPr>
          <p:cNvPr id="72" name="Shape 72"/>
          <p:cNvSpPr txBox="1"/>
          <p:nvPr>
            <p:ph idx="12" type="sldNum"/>
          </p:nvPr>
        </p:nvSpPr>
        <p:spPr>
          <a:xfrm>
            <a:off y="6459785" x="9900457"/>
            <a:ext cy="365125" cx="1312024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ctr" anchorCtr="0">
            <a:noAutofit/>
          </a:bodyPr>
          <a:lstStyle/>
          <a:p>
            <a:pPr lvl="0" indent="-88900" marL="0">
              <a:spcBef>
                <a:spcPts val="0"/>
              </a:spcBef>
              <a:buClr>
                <a:srgbClr val="000000"/>
              </a:buClr>
              <a:buFont typeface="Arial"/>
              <a:buChar char="●"/>
            </a:pPr>
            <a:r>
              <a:t/>
            </a:r>
            <a:endParaRPr/>
          </a:p>
          <a:p>
            <a:pPr lvl="1" indent="-88900" marL="457200">
              <a:spcBef>
                <a:spcPts val="0"/>
              </a:spcBef>
              <a:buClr>
                <a:srgbClr val="000000"/>
              </a:buClr>
              <a:buFont typeface="Courier New"/>
              <a:buChar char="o"/>
            </a:pPr>
            <a:r>
              <a:t/>
            </a:r>
            <a:endParaRPr/>
          </a:p>
          <a:p>
            <a:pPr lvl="2" indent="-88900" marL="914400">
              <a:spcBef>
                <a:spcPts val="0"/>
              </a:spcBef>
              <a:buClr>
                <a:srgbClr val="000000"/>
              </a:buClr>
              <a:buFont typeface="Wingdings"/>
              <a:buChar char="§"/>
            </a:pPr>
            <a:r>
              <a:t/>
            </a:r>
            <a:endParaRPr/>
          </a:p>
          <a:p>
            <a:pPr lvl="3" indent="-88900" marL="1371600">
              <a:spcBef>
                <a:spcPts val="0"/>
              </a:spcBef>
              <a:buClr>
                <a:srgbClr val="000000"/>
              </a:buClr>
              <a:buFont typeface="Arial"/>
              <a:buChar char="●"/>
            </a:pPr>
            <a:r>
              <a:t/>
            </a:r>
            <a:endParaRPr/>
          </a:p>
          <a:p>
            <a:pPr lvl="4" indent="-88900" marL="1828800">
              <a:spcBef>
                <a:spcPts val="0"/>
              </a:spcBef>
              <a:buClr>
                <a:srgbClr val="000000"/>
              </a:buClr>
              <a:buFont typeface="Courier New"/>
              <a:buChar char="o"/>
            </a:pPr>
            <a:r>
              <a:t/>
            </a:r>
            <a:endParaRPr/>
          </a:p>
          <a:p>
            <a:pPr lvl="5" indent="-88900" marL="2286000">
              <a:spcBef>
                <a:spcPts val="0"/>
              </a:spcBef>
              <a:buClr>
                <a:srgbClr val="000000"/>
              </a:buClr>
              <a:buFont typeface="Wingdings"/>
              <a:buChar char="§"/>
            </a:pPr>
            <a:r>
              <a:t/>
            </a:r>
            <a:endParaRPr/>
          </a:p>
          <a:p>
            <a:pPr lvl="6" indent="-88900" marL="2743200">
              <a:spcBef>
                <a:spcPts val="0"/>
              </a:spcBef>
              <a:buClr>
                <a:srgbClr val="000000"/>
              </a:buClr>
              <a:buFont typeface="Arial"/>
              <a:buChar char="●"/>
            </a:pPr>
            <a:r>
              <a:t/>
            </a:r>
            <a:endParaRPr/>
          </a:p>
          <a:p>
            <a:pPr lvl="7" indent="-88900" marL="3200400">
              <a:spcBef>
                <a:spcPts val="0"/>
              </a:spcBef>
              <a:buClr>
                <a:srgbClr val="000000"/>
              </a:buClr>
              <a:buFont typeface="Courier New"/>
              <a:buChar char="o"/>
            </a:pPr>
            <a:r>
              <a:t/>
            </a:r>
            <a:endParaRPr/>
          </a:p>
          <a:p>
            <a:pPr lvl="8" indent="-88900" marL="3657600">
              <a:spcBef>
                <a:spcPts val="0"/>
              </a:spcBef>
              <a:buClr>
                <a:srgbClr val="000000"/>
              </a:buClr>
              <a:buFont typeface="Wingdings"/>
              <a:buChar char="§"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picTx">
  <p:cSld name="Picture with Caption">
    <p:spTree>
      <p:nvGrpSpPr>
        <p:cNvPr id="73" name="Shape 73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74" name="Shape 74"/>
          <p:cNvSpPr/>
          <p:nvPr/>
        </p:nvSpPr>
        <p:spPr>
          <a:xfrm>
            <a:off y="4953000" x="0"/>
            <a:ext cy="1904999" cx="1218882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bIns="91425" rIns="91425" lIns="91425" t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75" name="Shape 75"/>
          <p:cNvSpPr/>
          <p:nvPr/>
        </p:nvSpPr>
        <p:spPr>
          <a:xfrm>
            <a:off y="4915076" x="15"/>
            <a:ext cy="64008" cx="12188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bIns="91425" rIns="91425" lIns="91425" t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76" name="Shape 76"/>
          <p:cNvSpPr txBox="1"/>
          <p:nvPr>
            <p:ph type="title"/>
          </p:nvPr>
        </p:nvSpPr>
        <p:spPr>
          <a:xfrm>
            <a:off y="5074919" x="1097279"/>
            <a:ext cy="822960" cx="10113264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b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/>
        </p:txBody>
      </p:sp>
      <p:pic>
        <p:nvPicPr>
          <p:cNvPr id="77" name="Shape 77"/>
          <p:cNvPicPr preferRelativeResize="0"/>
          <p:nvPr>
            <p:ph idx="2" type="pic"/>
          </p:nvPr>
        </p:nvPicPr>
        <p:blipFill/>
        <p:spPr>
          <a:xfrm>
            <a:off y="0" x="15"/>
            <a:ext cy="4915076" cx="12191984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t="0" b="0" r="0" l="0"/>
            </a:stretch>
          </a:blipFill>
          <a:ln>
            <a:noFill/>
          </a:ln>
        </p:spPr>
      </p:pic>
      <p:sp>
        <p:nvSpPr>
          <p:cNvPr id="78" name="Shape 78"/>
          <p:cNvSpPr txBox="1"/>
          <p:nvPr>
            <p:ph idx="1" type="body"/>
          </p:nvPr>
        </p:nvSpPr>
        <p:spPr>
          <a:xfrm>
            <a:off y="5907023" x="1097279"/>
            <a:ext cy="594359" cx="10113264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/>
          <a:lstStyle>
            <a:lvl1pPr rtl="0" indent="0" marL="0">
              <a:spcBef>
                <a:spcPts val="0"/>
              </a:spcBef>
              <a:spcAft>
                <a:spcPts val="600"/>
              </a:spcAft>
              <a:buClr>
                <a:srgbClr val="FFFFFF"/>
              </a:buClr>
              <a:buFont typeface="Calibri"/>
              <a:buNone/>
              <a:defRPr/>
            </a:lvl1pPr>
            <a:lvl2pPr rtl="0" indent="0" marL="457200">
              <a:spcBef>
                <a:spcPts val="0"/>
              </a:spcBef>
              <a:buFont typeface="Calibri"/>
              <a:buNone/>
              <a:defRPr/>
            </a:lvl2pPr>
            <a:lvl3pPr rtl="0" indent="0" marL="914400">
              <a:spcBef>
                <a:spcPts val="0"/>
              </a:spcBef>
              <a:buFont typeface="Calibri"/>
              <a:buNone/>
              <a:defRPr/>
            </a:lvl3pPr>
            <a:lvl4pPr rtl="0" indent="0" marL="1371600">
              <a:spcBef>
                <a:spcPts val="0"/>
              </a:spcBef>
              <a:buFont typeface="Calibri"/>
              <a:buNone/>
              <a:defRPr/>
            </a:lvl4pPr>
            <a:lvl5pPr rtl="0" indent="0" marL="1828800">
              <a:spcBef>
                <a:spcPts val="0"/>
              </a:spcBef>
              <a:buFont typeface="Calibri"/>
              <a:buNone/>
              <a:defRPr/>
            </a:lvl5pPr>
            <a:lvl6pPr rtl="0" indent="0" marL="2286000">
              <a:spcBef>
                <a:spcPts val="0"/>
              </a:spcBef>
              <a:buFont typeface="Calibri"/>
              <a:buNone/>
              <a:defRPr/>
            </a:lvl6pPr>
            <a:lvl7pPr rtl="0" indent="0" marL="2743200">
              <a:spcBef>
                <a:spcPts val="0"/>
              </a:spcBef>
              <a:buFont typeface="Calibri"/>
              <a:buNone/>
              <a:defRPr/>
            </a:lvl7pPr>
            <a:lvl8pPr rtl="0" indent="0" marL="3200400">
              <a:spcBef>
                <a:spcPts val="0"/>
              </a:spcBef>
              <a:buFont typeface="Calibri"/>
              <a:buNone/>
              <a:defRPr/>
            </a:lvl8pPr>
            <a:lvl9pPr rtl="0" indent="0" marL="3657600">
              <a:spcBef>
                <a:spcPts val="0"/>
              </a:spcBef>
              <a:buFont typeface="Calibri"/>
              <a:buNone/>
              <a:defRPr/>
            </a:lvl9pPr>
          </a:lstStyle>
          <a:p/>
        </p:txBody>
      </p:sp>
      <p:sp>
        <p:nvSpPr>
          <p:cNvPr id="79" name="Shape 79"/>
          <p:cNvSpPr txBox="1"/>
          <p:nvPr>
            <p:ph idx="10" type="dt"/>
          </p:nvPr>
        </p:nvSpPr>
        <p:spPr>
          <a:xfrm>
            <a:off y="6459785" x="1097279"/>
            <a:ext cy="365125" cx="2472271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ctr" anchorCtr="0"/>
          <a:lstStyle>
            <a:lvl1pPr algn="l" rtl="0" marR="0" indent="0" marL="0">
              <a:spcBef>
                <a:spcPts val="0"/>
              </a:spcBef>
              <a:defRPr/>
            </a:lvl1pPr>
            <a:lvl2pPr algn="l" rtl="0" marR="0" indent="0" marL="457200">
              <a:spcBef>
                <a:spcPts val="0"/>
              </a:spcBef>
              <a:defRPr/>
            </a:lvl2pPr>
            <a:lvl3pPr algn="l" rtl="0" marR="0" indent="0" marL="914400">
              <a:spcBef>
                <a:spcPts val="0"/>
              </a:spcBef>
              <a:defRPr/>
            </a:lvl3pPr>
            <a:lvl4pPr algn="l" rtl="0" marR="0" indent="0" marL="1371600">
              <a:spcBef>
                <a:spcPts val="0"/>
              </a:spcBef>
              <a:defRPr/>
            </a:lvl4pPr>
            <a:lvl5pPr algn="l" rtl="0" marR="0" indent="0" marL="1828800">
              <a:spcBef>
                <a:spcPts val="0"/>
              </a:spcBef>
              <a:defRPr/>
            </a:lvl5pPr>
            <a:lvl6pPr algn="l" rtl="0" marR="0" indent="0" marL="2286000">
              <a:spcBef>
                <a:spcPts val="0"/>
              </a:spcBef>
              <a:defRPr/>
            </a:lvl6pPr>
            <a:lvl7pPr algn="l" rtl="0" marR="0" indent="0" marL="2743200">
              <a:spcBef>
                <a:spcPts val="0"/>
              </a:spcBef>
              <a:defRPr/>
            </a:lvl7pPr>
            <a:lvl8pPr algn="l" rtl="0" marR="0" indent="0" marL="3200400">
              <a:spcBef>
                <a:spcPts val="0"/>
              </a:spcBef>
              <a:defRPr/>
            </a:lvl8pPr>
            <a:lvl9pPr algn="l" rtl="0" marR="0" indent="0" marL="3657600">
              <a:spcBef>
                <a:spcPts val="0"/>
              </a:spcBef>
              <a:defRPr/>
            </a:lvl9pPr>
          </a:lstStyle>
          <a:p/>
        </p:txBody>
      </p:sp>
      <p:sp>
        <p:nvSpPr>
          <p:cNvPr id="80" name="Shape 80"/>
          <p:cNvSpPr txBox="1"/>
          <p:nvPr>
            <p:ph idx="11" type="ftr"/>
          </p:nvPr>
        </p:nvSpPr>
        <p:spPr>
          <a:xfrm>
            <a:off y="6459785" x="3686185"/>
            <a:ext cy="365125" cx="4822803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ctr" anchorCtr="0"/>
          <a:lstStyle>
            <a:lvl1pPr algn="ctr" rtl="0" marR="0" indent="0" marL="0">
              <a:spcBef>
                <a:spcPts val="0"/>
              </a:spcBef>
              <a:defRPr/>
            </a:lvl1pPr>
            <a:lvl2pPr algn="l" rtl="0" marR="0" indent="0" marL="457200">
              <a:spcBef>
                <a:spcPts val="0"/>
              </a:spcBef>
              <a:defRPr/>
            </a:lvl2pPr>
            <a:lvl3pPr algn="l" rtl="0" marR="0" indent="0" marL="914400">
              <a:spcBef>
                <a:spcPts val="0"/>
              </a:spcBef>
              <a:defRPr/>
            </a:lvl3pPr>
            <a:lvl4pPr algn="l" rtl="0" marR="0" indent="0" marL="1371600">
              <a:spcBef>
                <a:spcPts val="0"/>
              </a:spcBef>
              <a:defRPr/>
            </a:lvl4pPr>
            <a:lvl5pPr algn="l" rtl="0" marR="0" indent="0" marL="1828800">
              <a:spcBef>
                <a:spcPts val="0"/>
              </a:spcBef>
              <a:defRPr/>
            </a:lvl5pPr>
            <a:lvl6pPr algn="l" rtl="0" marR="0" indent="0" marL="2286000">
              <a:spcBef>
                <a:spcPts val="0"/>
              </a:spcBef>
              <a:defRPr/>
            </a:lvl6pPr>
            <a:lvl7pPr algn="l" rtl="0" marR="0" indent="0" marL="2743200">
              <a:spcBef>
                <a:spcPts val="0"/>
              </a:spcBef>
              <a:defRPr/>
            </a:lvl7pPr>
            <a:lvl8pPr algn="l" rtl="0" marR="0" indent="0" marL="3200400">
              <a:spcBef>
                <a:spcPts val="0"/>
              </a:spcBef>
              <a:defRPr/>
            </a:lvl8pPr>
            <a:lvl9pPr algn="l" rtl="0" marR="0" indent="0" marL="3657600">
              <a:spcBef>
                <a:spcPts val="0"/>
              </a:spcBef>
              <a:defRPr/>
            </a:lvl9pPr>
          </a:lstStyle>
          <a:p/>
        </p:txBody>
      </p:sp>
      <p:sp>
        <p:nvSpPr>
          <p:cNvPr id="81" name="Shape 81"/>
          <p:cNvSpPr txBox="1"/>
          <p:nvPr>
            <p:ph idx="12" type="sldNum"/>
          </p:nvPr>
        </p:nvSpPr>
        <p:spPr>
          <a:xfrm>
            <a:off y="6459785" x="9900457"/>
            <a:ext cy="365125" cx="1312024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ctr" anchorCtr="0">
            <a:noAutofit/>
          </a:bodyPr>
          <a:lstStyle/>
          <a:p>
            <a:pPr lvl="0" indent="-88900" marL="0">
              <a:spcBef>
                <a:spcPts val="0"/>
              </a:spcBef>
              <a:buClr>
                <a:srgbClr val="000000"/>
              </a:buClr>
              <a:buFont typeface="Arial"/>
              <a:buChar char="●"/>
            </a:pPr>
            <a:r>
              <a:t/>
            </a:r>
            <a:endParaRPr/>
          </a:p>
          <a:p>
            <a:pPr lvl="1" indent="-88900" marL="457200">
              <a:spcBef>
                <a:spcPts val="0"/>
              </a:spcBef>
              <a:buClr>
                <a:srgbClr val="000000"/>
              </a:buClr>
              <a:buFont typeface="Courier New"/>
              <a:buChar char="o"/>
            </a:pPr>
            <a:r>
              <a:t/>
            </a:r>
            <a:endParaRPr/>
          </a:p>
          <a:p>
            <a:pPr lvl="2" indent="-88900" marL="914400">
              <a:spcBef>
                <a:spcPts val="0"/>
              </a:spcBef>
              <a:buClr>
                <a:srgbClr val="000000"/>
              </a:buClr>
              <a:buFont typeface="Wingdings"/>
              <a:buChar char="§"/>
            </a:pPr>
            <a:r>
              <a:t/>
            </a:r>
            <a:endParaRPr/>
          </a:p>
          <a:p>
            <a:pPr lvl="3" indent="-88900" marL="1371600">
              <a:spcBef>
                <a:spcPts val="0"/>
              </a:spcBef>
              <a:buClr>
                <a:srgbClr val="000000"/>
              </a:buClr>
              <a:buFont typeface="Arial"/>
              <a:buChar char="●"/>
            </a:pPr>
            <a:r>
              <a:t/>
            </a:r>
            <a:endParaRPr/>
          </a:p>
          <a:p>
            <a:pPr lvl="4" indent="-88900" marL="1828800">
              <a:spcBef>
                <a:spcPts val="0"/>
              </a:spcBef>
              <a:buClr>
                <a:srgbClr val="000000"/>
              </a:buClr>
              <a:buFont typeface="Courier New"/>
              <a:buChar char="o"/>
            </a:pPr>
            <a:r>
              <a:t/>
            </a:r>
            <a:endParaRPr/>
          </a:p>
          <a:p>
            <a:pPr lvl="5" indent="-88900" marL="2286000">
              <a:spcBef>
                <a:spcPts val="0"/>
              </a:spcBef>
              <a:buClr>
                <a:srgbClr val="000000"/>
              </a:buClr>
              <a:buFont typeface="Wingdings"/>
              <a:buChar char="§"/>
            </a:pPr>
            <a:r>
              <a:t/>
            </a:r>
            <a:endParaRPr/>
          </a:p>
          <a:p>
            <a:pPr lvl="6" indent="-88900" marL="2743200">
              <a:spcBef>
                <a:spcPts val="0"/>
              </a:spcBef>
              <a:buClr>
                <a:srgbClr val="000000"/>
              </a:buClr>
              <a:buFont typeface="Arial"/>
              <a:buChar char="●"/>
            </a:pPr>
            <a:r>
              <a:t/>
            </a:r>
            <a:endParaRPr/>
          </a:p>
          <a:p>
            <a:pPr lvl="7" indent="-88900" marL="3200400">
              <a:spcBef>
                <a:spcPts val="0"/>
              </a:spcBef>
              <a:buClr>
                <a:srgbClr val="000000"/>
              </a:buClr>
              <a:buFont typeface="Courier New"/>
              <a:buChar char="o"/>
            </a:pPr>
            <a:r>
              <a:t/>
            </a:r>
            <a:endParaRPr/>
          </a:p>
          <a:p>
            <a:pPr lvl="8" indent="-88900" marL="3657600">
              <a:spcBef>
                <a:spcPts val="0"/>
              </a:spcBef>
              <a:buClr>
                <a:srgbClr val="000000"/>
              </a:buClr>
              <a:buFont typeface="Wingdings"/>
              <a:buChar char="§"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vertTx">
  <p:cSld name="Title and Vertical Text">
    <p:spTree>
      <p:nvGrpSpPr>
        <p:cNvPr id="82" name="Shape 82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83" name="Shape 83"/>
          <p:cNvSpPr txBox="1"/>
          <p:nvPr>
            <p:ph type="title"/>
          </p:nvPr>
        </p:nvSpPr>
        <p:spPr>
          <a:xfrm>
            <a:off y="286603" x="1097279"/>
            <a:ext cy="1450756" cx="10058399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b" anchorCtr="0"/>
          <a:lstStyle>
            <a:lvl1pPr algn="l" rtl="0">
              <a:lnSpc>
                <a:spcPct val="85000"/>
              </a:lnSpc>
              <a:spcBef>
                <a:spcPts val="0"/>
              </a:spcBef>
              <a:buClr>
                <a:srgbClr val="3F3F3F"/>
              </a:buClr>
              <a:buFont typeface="Calibri"/>
              <a:buNone/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/>
        </p:txBody>
      </p:sp>
      <p:sp>
        <p:nvSpPr>
          <p:cNvPr id="84" name="Shape 84"/>
          <p:cNvSpPr txBox="1"/>
          <p:nvPr>
            <p:ph idx="1" type="body"/>
          </p:nvPr>
        </p:nvSpPr>
        <p:spPr>
          <a:xfrm rot="5400000">
            <a:off y="-1171785" x="4114799"/>
            <a:ext cy="10058399" cx="4023360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/>
          <a:lstStyle>
            <a:lvl1pPr algn="l" rtl="0" indent="35560" marL="9144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Font typeface="Calibri"/>
              <a:buChar char=" "/>
              <a:defRPr/>
            </a:lvl1pPr>
            <a:lvl2pPr algn="l" rtl="0" indent="-79248" marL="384048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/>
              <a:buChar char="◦"/>
              <a:defRPr/>
            </a:lvl2pPr>
            <a:lvl3pPr algn="l" rtl="0" indent="-97027" marL="566928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/>
              <a:buChar char="◦"/>
              <a:defRPr/>
            </a:lvl3pPr>
            <a:lvl4pPr algn="l" rtl="0" indent="-102108" marL="749808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/>
              <a:buChar char="◦"/>
              <a:defRPr/>
            </a:lvl4pPr>
            <a:lvl5pPr algn="l" rtl="0" indent="-94488" marL="932688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/>
              <a:buChar char="◦"/>
              <a:defRPr/>
            </a:lvl5pPr>
            <a:lvl6pPr algn="l" rtl="0" indent="-147500" marL="11000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/>
              <a:buChar char="◦"/>
              <a:defRPr/>
            </a:lvl6pPr>
            <a:lvl7pPr algn="l" rtl="0" indent="-144300" marL="13000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/>
              <a:buChar char="◦"/>
              <a:defRPr/>
            </a:lvl7pPr>
            <a:lvl8pPr algn="l" rtl="0" indent="-141100" marL="15000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/>
              <a:buChar char="◦"/>
              <a:defRPr/>
            </a:lvl8pPr>
            <a:lvl9pPr algn="l" rtl="0" indent="-150599" marL="1699999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/>
              <a:buChar char="◦"/>
              <a:defRPr/>
            </a:lvl9pPr>
          </a:lstStyle>
          <a:p/>
        </p:txBody>
      </p:sp>
      <p:sp>
        <p:nvSpPr>
          <p:cNvPr id="85" name="Shape 85"/>
          <p:cNvSpPr txBox="1"/>
          <p:nvPr>
            <p:ph idx="10" type="dt"/>
          </p:nvPr>
        </p:nvSpPr>
        <p:spPr>
          <a:xfrm>
            <a:off y="6459785" x="1097279"/>
            <a:ext cy="365125" cx="2472271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ctr" anchorCtr="0"/>
          <a:lstStyle>
            <a:lvl1pPr algn="l" rtl="0" marR="0" indent="0" marL="0">
              <a:spcBef>
                <a:spcPts val="0"/>
              </a:spcBef>
              <a:defRPr/>
            </a:lvl1pPr>
            <a:lvl2pPr algn="l" rtl="0" marR="0" indent="0" marL="457200">
              <a:spcBef>
                <a:spcPts val="0"/>
              </a:spcBef>
              <a:defRPr/>
            </a:lvl2pPr>
            <a:lvl3pPr algn="l" rtl="0" marR="0" indent="0" marL="914400">
              <a:spcBef>
                <a:spcPts val="0"/>
              </a:spcBef>
              <a:defRPr/>
            </a:lvl3pPr>
            <a:lvl4pPr algn="l" rtl="0" marR="0" indent="0" marL="1371600">
              <a:spcBef>
                <a:spcPts val="0"/>
              </a:spcBef>
              <a:defRPr/>
            </a:lvl4pPr>
            <a:lvl5pPr algn="l" rtl="0" marR="0" indent="0" marL="1828800">
              <a:spcBef>
                <a:spcPts val="0"/>
              </a:spcBef>
              <a:defRPr/>
            </a:lvl5pPr>
            <a:lvl6pPr algn="l" rtl="0" marR="0" indent="0" marL="2286000">
              <a:spcBef>
                <a:spcPts val="0"/>
              </a:spcBef>
              <a:defRPr/>
            </a:lvl6pPr>
            <a:lvl7pPr algn="l" rtl="0" marR="0" indent="0" marL="2743200">
              <a:spcBef>
                <a:spcPts val="0"/>
              </a:spcBef>
              <a:defRPr/>
            </a:lvl7pPr>
            <a:lvl8pPr algn="l" rtl="0" marR="0" indent="0" marL="3200400">
              <a:spcBef>
                <a:spcPts val="0"/>
              </a:spcBef>
              <a:defRPr/>
            </a:lvl8pPr>
            <a:lvl9pPr algn="l" rtl="0" marR="0" indent="0" marL="3657600">
              <a:spcBef>
                <a:spcPts val="0"/>
              </a:spcBef>
              <a:defRPr/>
            </a:lvl9pPr>
          </a:lstStyle>
          <a:p/>
        </p:txBody>
      </p:sp>
      <p:sp>
        <p:nvSpPr>
          <p:cNvPr id="86" name="Shape 86"/>
          <p:cNvSpPr txBox="1"/>
          <p:nvPr>
            <p:ph idx="11" type="ftr"/>
          </p:nvPr>
        </p:nvSpPr>
        <p:spPr>
          <a:xfrm>
            <a:off y="6459785" x="3686185"/>
            <a:ext cy="365125" cx="4822803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ctr" anchorCtr="0"/>
          <a:lstStyle>
            <a:lvl1pPr algn="ctr" rtl="0" marR="0" indent="0" marL="0">
              <a:spcBef>
                <a:spcPts val="0"/>
              </a:spcBef>
              <a:defRPr/>
            </a:lvl1pPr>
            <a:lvl2pPr algn="l" rtl="0" marR="0" indent="0" marL="457200">
              <a:spcBef>
                <a:spcPts val="0"/>
              </a:spcBef>
              <a:defRPr/>
            </a:lvl2pPr>
            <a:lvl3pPr algn="l" rtl="0" marR="0" indent="0" marL="914400">
              <a:spcBef>
                <a:spcPts val="0"/>
              </a:spcBef>
              <a:defRPr/>
            </a:lvl3pPr>
            <a:lvl4pPr algn="l" rtl="0" marR="0" indent="0" marL="1371600">
              <a:spcBef>
                <a:spcPts val="0"/>
              </a:spcBef>
              <a:defRPr/>
            </a:lvl4pPr>
            <a:lvl5pPr algn="l" rtl="0" marR="0" indent="0" marL="1828800">
              <a:spcBef>
                <a:spcPts val="0"/>
              </a:spcBef>
              <a:defRPr/>
            </a:lvl5pPr>
            <a:lvl6pPr algn="l" rtl="0" marR="0" indent="0" marL="2286000">
              <a:spcBef>
                <a:spcPts val="0"/>
              </a:spcBef>
              <a:defRPr/>
            </a:lvl6pPr>
            <a:lvl7pPr algn="l" rtl="0" marR="0" indent="0" marL="2743200">
              <a:spcBef>
                <a:spcPts val="0"/>
              </a:spcBef>
              <a:defRPr/>
            </a:lvl7pPr>
            <a:lvl8pPr algn="l" rtl="0" marR="0" indent="0" marL="3200400">
              <a:spcBef>
                <a:spcPts val="0"/>
              </a:spcBef>
              <a:defRPr/>
            </a:lvl8pPr>
            <a:lvl9pPr algn="l" rtl="0" marR="0" indent="0" marL="3657600">
              <a:spcBef>
                <a:spcPts val="0"/>
              </a:spcBef>
              <a:defRPr/>
            </a:lvl9pPr>
          </a:lstStyle>
          <a:p/>
        </p:txBody>
      </p:sp>
      <p:sp>
        <p:nvSpPr>
          <p:cNvPr id="87" name="Shape 87"/>
          <p:cNvSpPr txBox="1"/>
          <p:nvPr>
            <p:ph idx="12" type="sldNum"/>
          </p:nvPr>
        </p:nvSpPr>
        <p:spPr>
          <a:xfrm>
            <a:off y="6459785" x="9900457"/>
            <a:ext cy="365125" cx="1312024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ctr" anchorCtr="0">
            <a:noAutofit/>
          </a:bodyPr>
          <a:lstStyle/>
          <a:p>
            <a:pPr lvl="0" indent="-88900" marL="0">
              <a:spcBef>
                <a:spcPts val="0"/>
              </a:spcBef>
              <a:buClr>
                <a:srgbClr val="000000"/>
              </a:buClr>
              <a:buFont typeface="Arial"/>
              <a:buChar char="●"/>
            </a:pPr>
            <a:r>
              <a:t/>
            </a:r>
            <a:endParaRPr/>
          </a:p>
          <a:p>
            <a:pPr lvl="1" indent="-88900" marL="457200">
              <a:spcBef>
                <a:spcPts val="0"/>
              </a:spcBef>
              <a:buClr>
                <a:srgbClr val="000000"/>
              </a:buClr>
              <a:buFont typeface="Courier New"/>
              <a:buChar char="o"/>
            </a:pPr>
            <a:r>
              <a:t/>
            </a:r>
            <a:endParaRPr/>
          </a:p>
          <a:p>
            <a:pPr lvl="2" indent="-88900" marL="914400">
              <a:spcBef>
                <a:spcPts val="0"/>
              </a:spcBef>
              <a:buClr>
                <a:srgbClr val="000000"/>
              </a:buClr>
              <a:buFont typeface="Wingdings"/>
              <a:buChar char="§"/>
            </a:pPr>
            <a:r>
              <a:t/>
            </a:r>
            <a:endParaRPr/>
          </a:p>
          <a:p>
            <a:pPr lvl="3" indent="-88900" marL="1371600">
              <a:spcBef>
                <a:spcPts val="0"/>
              </a:spcBef>
              <a:buClr>
                <a:srgbClr val="000000"/>
              </a:buClr>
              <a:buFont typeface="Arial"/>
              <a:buChar char="●"/>
            </a:pPr>
            <a:r>
              <a:t/>
            </a:r>
            <a:endParaRPr/>
          </a:p>
          <a:p>
            <a:pPr lvl="4" indent="-88900" marL="1828800">
              <a:spcBef>
                <a:spcPts val="0"/>
              </a:spcBef>
              <a:buClr>
                <a:srgbClr val="000000"/>
              </a:buClr>
              <a:buFont typeface="Courier New"/>
              <a:buChar char="o"/>
            </a:pPr>
            <a:r>
              <a:t/>
            </a:r>
            <a:endParaRPr/>
          </a:p>
          <a:p>
            <a:pPr lvl="5" indent="-88900" marL="2286000">
              <a:spcBef>
                <a:spcPts val="0"/>
              </a:spcBef>
              <a:buClr>
                <a:srgbClr val="000000"/>
              </a:buClr>
              <a:buFont typeface="Wingdings"/>
              <a:buChar char="§"/>
            </a:pPr>
            <a:r>
              <a:t/>
            </a:r>
            <a:endParaRPr/>
          </a:p>
          <a:p>
            <a:pPr lvl="6" indent="-88900" marL="2743200">
              <a:spcBef>
                <a:spcPts val="0"/>
              </a:spcBef>
              <a:buClr>
                <a:srgbClr val="000000"/>
              </a:buClr>
              <a:buFont typeface="Arial"/>
              <a:buChar char="●"/>
            </a:pPr>
            <a:r>
              <a:t/>
            </a:r>
            <a:endParaRPr/>
          </a:p>
          <a:p>
            <a:pPr lvl="7" indent="-88900" marL="3200400">
              <a:spcBef>
                <a:spcPts val="0"/>
              </a:spcBef>
              <a:buClr>
                <a:srgbClr val="000000"/>
              </a:buClr>
              <a:buFont typeface="Courier New"/>
              <a:buChar char="o"/>
            </a:pPr>
            <a:r>
              <a:t/>
            </a:r>
            <a:endParaRPr/>
          </a:p>
          <a:p>
            <a:pPr lvl="8" indent="-88900" marL="3657600">
              <a:spcBef>
                <a:spcPts val="0"/>
              </a:spcBef>
              <a:buClr>
                <a:srgbClr val="000000"/>
              </a:buClr>
              <a:buFont typeface="Wingdings"/>
              <a:buChar char="§"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vertTitleAndTx">
  <p:cSld name="Vertical Title and Text">
    <p:spTree>
      <p:nvGrpSpPr>
        <p:cNvPr id="88" name="Shape 88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89" name="Shape 89"/>
          <p:cNvSpPr/>
          <p:nvPr/>
        </p:nvSpPr>
        <p:spPr>
          <a:xfrm>
            <a:off y="6400800" x="3175"/>
            <a:ext cy="457200" cx="1218882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bIns="91425" rIns="91425" lIns="91425" t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90" name="Shape 90"/>
          <p:cNvSpPr/>
          <p:nvPr/>
        </p:nvSpPr>
        <p:spPr>
          <a:xfrm>
            <a:off y="6334316" x="15"/>
            <a:ext cy="64008" cx="12188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bIns="91425" rIns="91425" lIns="91425" t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91" name="Shape 91"/>
          <p:cNvSpPr txBox="1"/>
          <p:nvPr>
            <p:ph type="title"/>
          </p:nvPr>
        </p:nvSpPr>
        <p:spPr>
          <a:xfrm rot="5400000">
            <a:off y="1979038" x="7160639"/>
            <a:ext cy="2628899" cx="5757421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b" anchorCtr="0"/>
          <a:lstStyle>
            <a:lvl1pPr algn="l" rtl="0">
              <a:lnSpc>
                <a:spcPct val="85000"/>
              </a:lnSpc>
              <a:spcBef>
                <a:spcPts val="0"/>
              </a:spcBef>
              <a:buClr>
                <a:srgbClr val="3F3F3F"/>
              </a:buClr>
              <a:buFont typeface="Calibri"/>
              <a:buNone/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/>
        </p:txBody>
      </p:sp>
      <p:sp>
        <p:nvSpPr>
          <p:cNvPr id="92" name="Shape 92"/>
          <p:cNvSpPr txBox="1"/>
          <p:nvPr>
            <p:ph idx="1" type="body"/>
          </p:nvPr>
        </p:nvSpPr>
        <p:spPr>
          <a:xfrm rot="5400000">
            <a:off y="-573660" x="1826639"/>
            <a:ext cy="7734299" cx="5757422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/>
          <a:lstStyle>
            <a:lvl1pPr algn="l" rtl="0" indent="35560" marL="9144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Font typeface="Calibri"/>
              <a:buChar char=" "/>
              <a:defRPr/>
            </a:lvl1pPr>
            <a:lvl2pPr algn="l" rtl="0" indent="-79248" marL="384048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/>
              <a:buChar char="◦"/>
              <a:defRPr/>
            </a:lvl2pPr>
            <a:lvl3pPr algn="l" rtl="0" indent="-97027" marL="566928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/>
              <a:buChar char="◦"/>
              <a:defRPr/>
            </a:lvl3pPr>
            <a:lvl4pPr algn="l" rtl="0" indent="-102108" marL="749808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/>
              <a:buChar char="◦"/>
              <a:defRPr/>
            </a:lvl4pPr>
            <a:lvl5pPr algn="l" rtl="0" indent="-94488" marL="932688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/>
              <a:buChar char="◦"/>
              <a:defRPr/>
            </a:lvl5pPr>
            <a:lvl6pPr algn="l" rtl="0" indent="-147500" marL="11000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/>
              <a:buChar char="◦"/>
              <a:defRPr/>
            </a:lvl6pPr>
            <a:lvl7pPr algn="l" rtl="0" indent="-144300" marL="13000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/>
              <a:buChar char="◦"/>
              <a:defRPr/>
            </a:lvl7pPr>
            <a:lvl8pPr algn="l" rtl="0" indent="-141100" marL="15000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/>
              <a:buChar char="◦"/>
              <a:defRPr/>
            </a:lvl8pPr>
            <a:lvl9pPr algn="l" rtl="0" indent="-150599" marL="1699999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/>
              <a:buChar char="◦"/>
              <a:defRPr/>
            </a:lvl9pPr>
          </a:lstStyle>
          <a:p/>
        </p:txBody>
      </p:sp>
      <p:sp>
        <p:nvSpPr>
          <p:cNvPr id="93" name="Shape 93"/>
          <p:cNvSpPr txBox="1"/>
          <p:nvPr>
            <p:ph idx="10" type="dt"/>
          </p:nvPr>
        </p:nvSpPr>
        <p:spPr>
          <a:xfrm>
            <a:off y="6459785" x="1097279"/>
            <a:ext cy="365125" cx="2472271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ctr" anchorCtr="0"/>
          <a:lstStyle>
            <a:lvl1pPr algn="l" rtl="0" marR="0" indent="0" marL="0">
              <a:spcBef>
                <a:spcPts val="0"/>
              </a:spcBef>
              <a:defRPr/>
            </a:lvl1pPr>
            <a:lvl2pPr algn="l" rtl="0" marR="0" indent="0" marL="457200">
              <a:spcBef>
                <a:spcPts val="0"/>
              </a:spcBef>
              <a:defRPr/>
            </a:lvl2pPr>
            <a:lvl3pPr algn="l" rtl="0" marR="0" indent="0" marL="914400">
              <a:spcBef>
                <a:spcPts val="0"/>
              </a:spcBef>
              <a:defRPr/>
            </a:lvl3pPr>
            <a:lvl4pPr algn="l" rtl="0" marR="0" indent="0" marL="1371600">
              <a:spcBef>
                <a:spcPts val="0"/>
              </a:spcBef>
              <a:defRPr/>
            </a:lvl4pPr>
            <a:lvl5pPr algn="l" rtl="0" marR="0" indent="0" marL="1828800">
              <a:spcBef>
                <a:spcPts val="0"/>
              </a:spcBef>
              <a:defRPr/>
            </a:lvl5pPr>
            <a:lvl6pPr algn="l" rtl="0" marR="0" indent="0" marL="2286000">
              <a:spcBef>
                <a:spcPts val="0"/>
              </a:spcBef>
              <a:defRPr/>
            </a:lvl6pPr>
            <a:lvl7pPr algn="l" rtl="0" marR="0" indent="0" marL="2743200">
              <a:spcBef>
                <a:spcPts val="0"/>
              </a:spcBef>
              <a:defRPr/>
            </a:lvl7pPr>
            <a:lvl8pPr algn="l" rtl="0" marR="0" indent="0" marL="3200400">
              <a:spcBef>
                <a:spcPts val="0"/>
              </a:spcBef>
              <a:defRPr/>
            </a:lvl8pPr>
            <a:lvl9pPr algn="l" rtl="0" marR="0" indent="0" marL="3657600">
              <a:spcBef>
                <a:spcPts val="0"/>
              </a:spcBef>
              <a:defRPr/>
            </a:lvl9pPr>
          </a:lstStyle>
          <a:p/>
        </p:txBody>
      </p:sp>
      <p:sp>
        <p:nvSpPr>
          <p:cNvPr id="94" name="Shape 94"/>
          <p:cNvSpPr txBox="1"/>
          <p:nvPr>
            <p:ph idx="11" type="ftr"/>
          </p:nvPr>
        </p:nvSpPr>
        <p:spPr>
          <a:xfrm>
            <a:off y="6459785" x="3686185"/>
            <a:ext cy="365125" cx="4822803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ctr" anchorCtr="0"/>
          <a:lstStyle>
            <a:lvl1pPr algn="ctr" rtl="0" marR="0" indent="0" marL="0">
              <a:spcBef>
                <a:spcPts val="0"/>
              </a:spcBef>
              <a:defRPr/>
            </a:lvl1pPr>
            <a:lvl2pPr algn="l" rtl="0" marR="0" indent="0" marL="457200">
              <a:spcBef>
                <a:spcPts val="0"/>
              </a:spcBef>
              <a:defRPr/>
            </a:lvl2pPr>
            <a:lvl3pPr algn="l" rtl="0" marR="0" indent="0" marL="914400">
              <a:spcBef>
                <a:spcPts val="0"/>
              </a:spcBef>
              <a:defRPr/>
            </a:lvl3pPr>
            <a:lvl4pPr algn="l" rtl="0" marR="0" indent="0" marL="1371600">
              <a:spcBef>
                <a:spcPts val="0"/>
              </a:spcBef>
              <a:defRPr/>
            </a:lvl4pPr>
            <a:lvl5pPr algn="l" rtl="0" marR="0" indent="0" marL="1828800">
              <a:spcBef>
                <a:spcPts val="0"/>
              </a:spcBef>
              <a:defRPr/>
            </a:lvl5pPr>
            <a:lvl6pPr algn="l" rtl="0" marR="0" indent="0" marL="2286000">
              <a:spcBef>
                <a:spcPts val="0"/>
              </a:spcBef>
              <a:defRPr/>
            </a:lvl6pPr>
            <a:lvl7pPr algn="l" rtl="0" marR="0" indent="0" marL="2743200">
              <a:spcBef>
                <a:spcPts val="0"/>
              </a:spcBef>
              <a:defRPr/>
            </a:lvl7pPr>
            <a:lvl8pPr algn="l" rtl="0" marR="0" indent="0" marL="3200400">
              <a:spcBef>
                <a:spcPts val="0"/>
              </a:spcBef>
              <a:defRPr/>
            </a:lvl8pPr>
            <a:lvl9pPr algn="l" rtl="0" marR="0" indent="0" marL="3657600">
              <a:spcBef>
                <a:spcPts val="0"/>
              </a:spcBef>
              <a:defRPr/>
            </a:lvl9pPr>
          </a:lstStyle>
          <a:p/>
        </p:txBody>
      </p:sp>
      <p:sp>
        <p:nvSpPr>
          <p:cNvPr id="95" name="Shape 95"/>
          <p:cNvSpPr txBox="1"/>
          <p:nvPr>
            <p:ph idx="12" type="sldNum"/>
          </p:nvPr>
        </p:nvSpPr>
        <p:spPr>
          <a:xfrm>
            <a:off y="6459785" x="9900457"/>
            <a:ext cy="365125" cx="1312024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ctr" anchorCtr="0">
            <a:noAutofit/>
          </a:bodyPr>
          <a:lstStyle/>
          <a:p>
            <a:pPr lvl="0" indent="-88900" marL="0">
              <a:spcBef>
                <a:spcPts val="0"/>
              </a:spcBef>
              <a:buClr>
                <a:srgbClr val="000000"/>
              </a:buClr>
              <a:buFont typeface="Arial"/>
              <a:buChar char="●"/>
            </a:pPr>
            <a:r>
              <a:t/>
            </a:r>
            <a:endParaRPr/>
          </a:p>
          <a:p>
            <a:pPr lvl="1" indent="-88900" marL="457200">
              <a:spcBef>
                <a:spcPts val="0"/>
              </a:spcBef>
              <a:buClr>
                <a:srgbClr val="000000"/>
              </a:buClr>
              <a:buFont typeface="Courier New"/>
              <a:buChar char="o"/>
            </a:pPr>
            <a:r>
              <a:t/>
            </a:r>
            <a:endParaRPr/>
          </a:p>
          <a:p>
            <a:pPr lvl="2" indent="-88900" marL="914400">
              <a:spcBef>
                <a:spcPts val="0"/>
              </a:spcBef>
              <a:buClr>
                <a:srgbClr val="000000"/>
              </a:buClr>
              <a:buFont typeface="Wingdings"/>
              <a:buChar char="§"/>
            </a:pPr>
            <a:r>
              <a:t/>
            </a:r>
            <a:endParaRPr/>
          </a:p>
          <a:p>
            <a:pPr lvl="3" indent="-88900" marL="1371600">
              <a:spcBef>
                <a:spcPts val="0"/>
              </a:spcBef>
              <a:buClr>
                <a:srgbClr val="000000"/>
              </a:buClr>
              <a:buFont typeface="Arial"/>
              <a:buChar char="●"/>
            </a:pPr>
            <a:r>
              <a:t/>
            </a:r>
            <a:endParaRPr/>
          </a:p>
          <a:p>
            <a:pPr lvl="4" indent="-88900" marL="1828800">
              <a:spcBef>
                <a:spcPts val="0"/>
              </a:spcBef>
              <a:buClr>
                <a:srgbClr val="000000"/>
              </a:buClr>
              <a:buFont typeface="Courier New"/>
              <a:buChar char="o"/>
            </a:pPr>
            <a:r>
              <a:t/>
            </a:r>
            <a:endParaRPr/>
          </a:p>
          <a:p>
            <a:pPr lvl="5" indent="-88900" marL="2286000">
              <a:spcBef>
                <a:spcPts val="0"/>
              </a:spcBef>
              <a:buClr>
                <a:srgbClr val="000000"/>
              </a:buClr>
              <a:buFont typeface="Wingdings"/>
              <a:buChar char="§"/>
            </a:pPr>
            <a:r>
              <a:t/>
            </a:r>
            <a:endParaRPr/>
          </a:p>
          <a:p>
            <a:pPr lvl="6" indent="-88900" marL="2743200">
              <a:spcBef>
                <a:spcPts val="0"/>
              </a:spcBef>
              <a:buClr>
                <a:srgbClr val="000000"/>
              </a:buClr>
              <a:buFont typeface="Arial"/>
              <a:buChar char="●"/>
            </a:pPr>
            <a:r>
              <a:t/>
            </a:r>
            <a:endParaRPr/>
          </a:p>
          <a:p>
            <a:pPr lvl="7" indent="-88900" marL="3200400">
              <a:spcBef>
                <a:spcPts val="0"/>
              </a:spcBef>
              <a:buClr>
                <a:srgbClr val="000000"/>
              </a:buClr>
              <a:buFont typeface="Courier New"/>
              <a:buChar char="o"/>
            </a:pPr>
            <a:r>
              <a:t/>
            </a:r>
            <a:endParaRPr/>
          </a:p>
          <a:p>
            <a:pPr lvl="8" indent="-88900" marL="3657600">
              <a:spcBef>
                <a:spcPts val="0"/>
              </a:spcBef>
              <a:buClr>
                <a:srgbClr val="000000"/>
              </a:buClr>
              <a:buFont typeface="Wingdings"/>
              <a:buChar char="§"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Target="../theme/theme2.xml" Type="http://schemas.openxmlformats.org/officeDocument/2006/relationships/theme" Id="rId12"/><Relationship Target="../slideLayouts/slideLayout2.xml" Type="http://schemas.openxmlformats.org/officeDocument/2006/relationships/slideLayout" Id="rId2"/><Relationship Target="../slideLayouts/slideLayout1.xml" Type="http://schemas.openxmlformats.org/officeDocument/2006/relationships/slideLayout" Id="rId1"/><Relationship Target="../slideLayouts/slideLayout10.xml" Type="http://schemas.openxmlformats.org/officeDocument/2006/relationships/slideLayout" Id="rId10"/><Relationship Target="../slideLayouts/slideLayout4.xml" Type="http://schemas.openxmlformats.org/officeDocument/2006/relationships/slideLayout" Id="rId4"/><Relationship Target="../slideLayouts/slideLayout11.xml" Type="http://schemas.openxmlformats.org/officeDocument/2006/relationships/slideLayout" Id="rId11"/><Relationship Target="../slideLayouts/slideLayout3.xml" Type="http://schemas.openxmlformats.org/officeDocument/2006/relationships/slideLayout" Id="rId3"/><Relationship Target="../slideLayouts/slideLayout9.xml" Type="http://schemas.openxmlformats.org/officeDocument/2006/relationships/slideLayout" Id="rId9"/><Relationship Target="../slideLayouts/slideLayout6.xml" Type="http://schemas.openxmlformats.org/officeDocument/2006/relationships/slideLayout" Id="rId6"/><Relationship Target="../slideLayouts/slideLayout5.xml" Type="http://schemas.openxmlformats.org/officeDocument/2006/relationships/slideLayout" Id="rId5"/><Relationship Target="../slideLayouts/slideLayout8.xml" Type="http://schemas.openxmlformats.org/officeDocument/2006/relationships/slideLayout" Id="rId8"/><Relationship Target="../slideLayouts/slideLayout7.xml" Type="http://schemas.openxmlformats.org/officeDocument/2006/relationships/slideLayout" Id="rId7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4" name="Shape 4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5" name="Shape 5"/>
          <p:cNvSpPr/>
          <p:nvPr/>
        </p:nvSpPr>
        <p:spPr>
          <a:xfrm>
            <a:off y="6400800" x="0"/>
            <a:ext cy="457200" cx="1219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bIns="91425" rIns="91425" lIns="91425" t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6" name="Shape 6"/>
          <p:cNvSpPr/>
          <p:nvPr/>
        </p:nvSpPr>
        <p:spPr>
          <a:xfrm>
            <a:off y="6334316" x="0"/>
            <a:ext cy="65997" cx="121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bIns="91425" rIns="91425" lIns="91425" t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7" name="Shape 7"/>
          <p:cNvSpPr txBox="1"/>
          <p:nvPr>
            <p:ph type="title"/>
          </p:nvPr>
        </p:nvSpPr>
        <p:spPr>
          <a:xfrm>
            <a:off y="286603" x="1097279"/>
            <a:ext cy="1450756" cx="10058399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b" anchorCtr="0"/>
          <a:lstStyle>
            <a:lvl1pPr algn="l" rtl="0" marR="0" indent="0" marL="0">
              <a:lnSpc>
                <a:spcPct val="85000"/>
              </a:lnSpc>
              <a:spcBef>
                <a:spcPts val="0"/>
              </a:spcBef>
              <a:buClr>
                <a:srgbClr val="3F3F3F"/>
              </a:buClr>
              <a:buFont typeface="Calibri"/>
              <a:buNone/>
              <a:defRPr/>
            </a:lvl1pPr>
            <a:lvl2pPr algn="l" rtl="0" marR="0" indent="0" marL="0">
              <a:spcBef>
                <a:spcPts val="0"/>
              </a:spcBef>
              <a:defRPr/>
            </a:lvl2pPr>
            <a:lvl3pPr algn="l" rtl="0" marR="0" indent="0" marL="0">
              <a:spcBef>
                <a:spcPts val="0"/>
              </a:spcBef>
              <a:defRPr/>
            </a:lvl3pPr>
            <a:lvl4pPr algn="l" rtl="0" marR="0" indent="0" marL="0">
              <a:spcBef>
                <a:spcPts val="0"/>
              </a:spcBef>
              <a:defRPr/>
            </a:lvl4pPr>
            <a:lvl5pPr algn="l" rtl="0" marR="0" indent="0" marL="0">
              <a:spcBef>
                <a:spcPts val="0"/>
              </a:spcBef>
              <a:defRPr/>
            </a:lvl5pPr>
            <a:lvl6pPr algn="l" rtl="0" marR="0" indent="0" marL="0">
              <a:spcBef>
                <a:spcPts val="0"/>
              </a:spcBef>
              <a:defRPr/>
            </a:lvl6pPr>
            <a:lvl7pPr algn="l" rtl="0" marR="0" indent="0" marL="0">
              <a:spcBef>
                <a:spcPts val="0"/>
              </a:spcBef>
              <a:defRPr/>
            </a:lvl7pPr>
            <a:lvl8pPr algn="l" rtl="0" marR="0" indent="0" marL="0">
              <a:spcBef>
                <a:spcPts val="0"/>
              </a:spcBef>
              <a:defRPr/>
            </a:lvl8pPr>
            <a:lvl9pPr algn="l" rtl="0" marR="0" indent="0" marL="0">
              <a:spcBef>
                <a:spcPts val="0"/>
              </a:spcBef>
              <a:defRPr/>
            </a:lvl9pPr>
          </a:lstStyle>
          <a:p/>
        </p:txBody>
      </p:sp>
      <p:sp>
        <p:nvSpPr>
          <p:cNvPr id="8" name="Shape 8"/>
          <p:cNvSpPr txBox="1"/>
          <p:nvPr>
            <p:ph idx="1" type="body"/>
          </p:nvPr>
        </p:nvSpPr>
        <p:spPr>
          <a:xfrm>
            <a:off y="1845733" x="1097279"/>
            <a:ext cy="4023360" cx="10058399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/>
          <a:lstStyle>
            <a:lvl1pPr algn="l" rtl="0" marR="0" indent="35560" marL="9144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Font typeface="Calibri"/>
              <a:buChar char=" "/>
              <a:defRPr/>
            </a:lvl1pPr>
            <a:lvl2pPr algn="l" rtl="0" marR="0" indent="-79248" marL="384048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/>
              <a:buChar char="◦"/>
              <a:defRPr/>
            </a:lvl2pPr>
            <a:lvl3pPr algn="l" rtl="0" marR="0" indent="-97027" marL="566928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/>
              <a:buChar char="◦"/>
              <a:defRPr/>
            </a:lvl3pPr>
            <a:lvl4pPr algn="l" rtl="0" marR="0" indent="-102108" marL="749808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/>
              <a:buChar char="◦"/>
              <a:defRPr/>
            </a:lvl4pPr>
            <a:lvl5pPr algn="l" rtl="0" marR="0" indent="-94488" marL="932688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/>
              <a:buChar char="◦"/>
              <a:defRPr/>
            </a:lvl5pPr>
            <a:lvl6pPr algn="l" rtl="0" marR="0" indent="-147500" marL="11000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/>
              <a:buChar char="◦"/>
              <a:defRPr/>
            </a:lvl6pPr>
            <a:lvl7pPr algn="l" rtl="0" marR="0" indent="-144300" marL="13000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/>
              <a:buChar char="◦"/>
              <a:defRPr/>
            </a:lvl7pPr>
            <a:lvl8pPr algn="l" rtl="0" marR="0" indent="-141100" marL="15000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/>
              <a:buChar char="◦"/>
              <a:defRPr/>
            </a:lvl8pPr>
            <a:lvl9pPr algn="l" rtl="0" marR="0" indent="-150599" marL="1699999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/>
              <a:buChar char="◦"/>
              <a:defRPr/>
            </a:lvl9pPr>
          </a:lstStyle>
          <a:p/>
        </p:txBody>
      </p:sp>
      <p:sp>
        <p:nvSpPr>
          <p:cNvPr id="9" name="Shape 9"/>
          <p:cNvSpPr txBox="1"/>
          <p:nvPr>
            <p:ph idx="10" type="dt"/>
          </p:nvPr>
        </p:nvSpPr>
        <p:spPr>
          <a:xfrm>
            <a:off y="6459785" x="1097279"/>
            <a:ext cy="365125" cx="2472271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ctr" anchorCtr="0"/>
          <a:lstStyle>
            <a:lvl1pPr algn="l" rtl="0" marR="0" indent="0" marL="0">
              <a:spcBef>
                <a:spcPts val="0"/>
              </a:spcBef>
              <a:defRPr/>
            </a:lvl1pPr>
            <a:lvl2pPr algn="l" rtl="0" marR="0" indent="0" marL="457200">
              <a:spcBef>
                <a:spcPts val="0"/>
              </a:spcBef>
              <a:defRPr/>
            </a:lvl2pPr>
            <a:lvl3pPr algn="l" rtl="0" marR="0" indent="0" marL="914400">
              <a:spcBef>
                <a:spcPts val="0"/>
              </a:spcBef>
              <a:defRPr/>
            </a:lvl3pPr>
            <a:lvl4pPr algn="l" rtl="0" marR="0" indent="0" marL="1371600">
              <a:spcBef>
                <a:spcPts val="0"/>
              </a:spcBef>
              <a:defRPr/>
            </a:lvl4pPr>
            <a:lvl5pPr algn="l" rtl="0" marR="0" indent="0" marL="1828800">
              <a:spcBef>
                <a:spcPts val="0"/>
              </a:spcBef>
              <a:defRPr/>
            </a:lvl5pPr>
            <a:lvl6pPr algn="l" rtl="0" marR="0" indent="0" marL="2286000">
              <a:spcBef>
                <a:spcPts val="0"/>
              </a:spcBef>
              <a:defRPr/>
            </a:lvl6pPr>
            <a:lvl7pPr algn="l" rtl="0" marR="0" indent="0" marL="2743200">
              <a:spcBef>
                <a:spcPts val="0"/>
              </a:spcBef>
              <a:defRPr/>
            </a:lvl7pPr>
            <a:lvl8pPr algn="l" rtl="0" marR="0" indent="0" marL="3200400">
              <a:spcBef>
                <a:spcPts val="0"/>
              </a:spcBef>
              <a:defRPr/>
            </a:lvl8pPr>
            <a:lvl9pPr algn="l" rtl="0" marR="0" indent="0" marL="3657600">
              <a:spcBef>
                <a:spcPts val="0"/>
              </a:spcBef>
              <a:defRPr/>
            </a:lvl9pPr>
          </a:lstStyle>
          <a:p/>
        </p:txBody>
      </p:sp>
      <p:sp>
        <p:nvSpPr>
          <p:cNvPr id="10" name="Shape 10"/>
          <p:cNvSpPr txBox="1"/>
          <p:nvPr>
            <p:ph idx="11" type="ftr"/>
          </p:nvPr>
        </p:nvSpPr>
        <p:spPr>
          <a:xfrm>
            <a:off y="6459785" x="3686185"/>
            <a:ext cy="365125" cx="4822803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ctr" anchorCtr="0"/>
          <a:lstStyle>
            <a:lvl1pPr algn="ctr" rtl="0" marR="0" indent="0" marL="0">
              <a:spcBef>
                <a:spcPts val="0"/>
              </a:spcBef>
              <a:defRPr/>
            </a:lvl1pPr>
            <a:lvl2pPr algn="l" rtl="0" marR="0" indent="0" marL="457200">
              <a:spcBef>
                <a:spcPts val="0"/>
              </a:spcBef>
              <a:defRPr/>
            </a:lvl2pPr>
            <a:lvl3pPr algn="l" rtl="0" marR="0" indent="0" marL="914400">
              <a:spcBef>
                <a:spcPts val="0"/>
              </a:spcBef>
              <a:defRPr/>
            </a:lvl3pPr>
            <a:lvl4pPr algn="l" rtl="0" marR="0" indent="0" marL="1371600">
              <a:spcBef>
                <a:spcPts val="0"/>
              </a:spcBef>
              <a:defRPr/>
            </a:lvl4pPr>
            <a:lvl5pPr algn="l" rtl="0" marR="0" indent="0" marL="1828800">
              <a:spcBef>
                <a:spcPts val="0"/>
              </a:spcBef>
              <a:defRPr/>
            </a:lvl5pPr>
            <a:lvl6pPr algn="l" rtl="0" marR="0" indent="0" marL="2286000">
              <a:spcBef>
                <a:spcPts val="0"/>
              </a:spcBef>
              <a:defRPr/>
            </a:lvl6pPr>
            <a:lvl7pPr algn="l" rtl="0" marR="0" indent="0" marL="2743200">
              <a:spcBef>
                <a:spcPts val="0"/>
              </a:spcBef>
              <a:defRPr/>
            </a:lvl7pPr>
            <a:lvl8pPr algn="l" rtl="0" marR="0" indent="0" marL="3200400">
              <a:spcBef>
                <a:spcPts val="0"/>
              </a:spcBef>
              <a:defRPr/>
            </a:lvl8pPr>
            <a:lvl9pPr algn="l" rtl="0" marR="0" indent="0" marL="3657600">
              <a:spcBef>
                <a:spcPts val="0"/>
              </a:spcBef>
              <a:defRPr/>
            </a:lvl9pPr>
          </a:lstStyle>
          <a:p/>
        </p:txBody>
      </p:sp>
      <p:sp>
        <p:nvSpPr>
          <p:cNvPr id="11" name="Shape 11"/>
          <p:cNvSpPr txBox="1"/>
          <p:nvPr>
            <p:ph idx="12" type="sldNum"/>
          </p:nvPr>
        </p:nvSpPr>
        <p:spPr>
          <a:xfrm>
            <a:off y="6459785" x="9900457"/>
            <a:ext cy="365125" cx="1312024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ctr" anchorCtr="0">
            <a:noAutofit/>
          </a:bodyPr>
          <a:lstStyle/>
          <a:p>
            <a:pPr lvl="0" indent="-88900" marL="0">
              <a:spcBef>
                <a:spcPts val="0"/>
              </a:spcBef>
              <a:buClr>
                <a:srgbClr val="000000"/>
              </a:buClr>
              <a:buFont typeface="Arial"/>
              <a:buChar char="●"/>
            </a:pPr>
            <a:r>
              <a:t/>
            </a:r>
            <a:endParaRPr/>
          </a:p>
          <a:p>
            <a:pPr lvl="1" indent="-88900" marL="457200">
              <a:spcBef>
                <a:spcPts val="0"/>
              </a:spcBef>
              <a:buClr>
                <a:srgbClr val="000000"/>
              </a:buClr>
              <a:buFont typeface="Courier New"/>
              <a:buChar char="o"/>
            </a:pPr>
            <a:r>
              <a:t/>
            </a:r>
            <a:endParaRPr/>
          </a:p>
          <a:p>
            <a:pPr lvl="2" indent="-88900" marL="914400">
              <a:spcBef>
                <a:spcPts val="0"/>
              </a:spcBef>
              <a:buClr>
                <a:srgbClr val="000000"/>
              </a:buClr>
              <a:buFont typeface="Wingdings"/>
              <a:buChar char="§"/>
            </a:pPr>
            <a:r>
              <a:t/>
            </a:r>
            <a:endParaRPr/>
          </a:p>
          <a:p>
            <a:pPr lvl="3" indent="-88900" marL="1371600">
              <a:spcBef>
                <a:spcPts val="0"/>
              </a:spcBef>
              <a:buClr>
                <a:srgbClr val="000000"/>
              </a:buClr>
              <a:buFont typeface="Arial"/>
              <a:buChar char="●"/>
            </a:pPr>
            <a:r>
              <a:t/>
            </a:r>
            <a:endParaRPr/>
          </a:p>
          <a:p>
            <a:pPr lvl="4" indent="-88900" marL="1828800">
              <a:spcBef>
                <a:spcPts val="0"/>
              </a:spcBef>
              <a:buClr>
                <a:srgbClr val="000000"/>
              </a:buClr>
              <a:buFont typeface="Courier New"/>
              <a:buChar char="o"/>
            </a:pPr>
            <a:r>
              <a:t/>
            </a:r>
            <a:endParaRPr/>
          </a:p>
          <a:p>
            <a:pPr lvl="5" indent="-88900" marL="2286000">
              <a:spcBef>
                <a:spcPts val="0"/>
              </a:spcBef>
              <a:buClr>
                <a:srgbClr val="000000"/>
              </a:buClr>
              <a:buFont typeface="Wingdings"/>
              <a:buChar char="§"/>
            </a:pPr>
            <a:r>
              <a:t/>
            </a:r>
            <a:endParaRPr/>
          </a:p>
          <a:p>
            <a:pPr lvl="6" indent="-88900" marL="2743200">
              <a:spcBef>
                <a:spcPts val="0"/>
              </a:spcBef>
              <a:buClr>
                <a:srgbClr val="000000"/>
              </a:buClr>
              <a:buFont typeface="Arial"/>
              <a:buChar char="●"/>
            </a:pPr>
            <a:r>
              <a:t/>
            </a:r>
            <a:endParaRPr/>
          </a:p>
          <a:p>
            <a:pPr lvl="7" indent="-88900" marL="3200400">
              <a:spcBef>
                <a:spcPts val="0"/>
              </a:spcBef>
              <a:buClr>
                <a:srgbClr val="000000"/>
              </a:buClr>
              <a:buFont typeface="Courier New"/>
              <a:buChar char="o"/>
            </a:pPr>
            <a:r>
              <a:t/>
            </a:r>
            <a:endParaRPr/>
          </a:p>
          <a:p>
            <a:pPr lvl="8" indent="-88900" marL="3657600">
              <a:spcBef>
                <a:spcPts val="0"/>
              </a:spcBef>
              <a:buClr>
                <a:srgbClr val="000000"/>
              </a:buClr>
              <a:buFont typeface="Wingdings"/>
              <a:buChar char="§"/>
            </a:pPr>
            <a:r>
              <a:t/>
            </a:r>
            <a:endParaRPr/>
          </a:p>
        </p:txBody>
      </p:sp>
      <p:cxnSp>
        <p:nvCxnSpPr>
          <p:cNvPr id="12" name="Shape 12"/>
          <p:cNvCxnSpPr/>
          <p:nvPr/>
        </p:nvCxnSpPr>
        <p:spPr>
          <a:xfrm>
            <a:off y="1737844" x="1193532"/>
            <a:ext cy="0" cx="9966959"/>
          </a:xfrm>
          <a:prstGeom prst="straightConnector1">
            <a:avLst/>
          </a:prstGeom>
          <a:noFill/>
          <a:ln w="9525" cap="flat">
            <a:solidFill>
              <a:srgbClr val="7F7F7F"/>
            </a:solidFill>
            <a:prstDash val="solid"/>
            <a:round/>
            <a:headEnd w="med" len="med" type="none"/>
            <a:tailEnd w="med" len="med" type="none"/>
          </a:ln>
        </p:spPr>
      </p:cxnSp>
    </p:spTree>
  </p:cSld>
  <p:clrMap accent2="accent2" accent3="accent3" accent4="accent4" accent5="accent5" accent6="accent6" hlink="hlink" tx2="lt2" tx1="dk1" bg2="dk2" bg1="lt1" folHlink="folHlink" accent1="accent1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sldNum="0" hdr="0"/>
  <p:txStyles>
    <p:titleStyle>
      <a:defPPr algn="l" rtl="0" marR="0">
        <a:lnSpc>
          <a:spcPct val="100000"/>
        </a:lnSpc>
        <a:spcBef>
          <a:spcPts val="0"/>
        </a:spcBef>
        <a:spcAft>
          <a:spcPts val="0"/>
        </a:spcAft>
      </a:defPPr>
      <a:lvl1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</p:titleStyle>
    <p:bodyStyle>
      <a:defPPr algn="l" rtl="0" marR="0">
        <a:lnSpc>
          <a:spcPct val="100000"/>
        </a:lnSpc>
        <a:spcBef>
          <a:spcPts val="0"/>
        </a:spcBef>
        <a:spcAft>
          <a:spcPts val="0"/>
        </a:spcAft>
      </a:defPPr>
      <a:lvl1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  <a:lvl3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3pPr>
      <a:lvl4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4pPr>
      <a:lvl5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5pPr>
      <a:lvl6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6pPr>
      <a:lvl7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7pPr>
      <a:lvl8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8pPr>
      <a:lvl9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9pPr>
    </p:bodyStyle>
    <p:otherStyle>
      <a:defPPr algn="l" rtl="0" marR="0">
        <a:lnSpc>
          <a:spcPct val="100000"/>
        </a:lnSpc>
        <a:spcBef>
          <a:spcPts val="0"/>
        </a:spcBef>
        <a:spcAft>
          <a:spcPts val="0"/>
        </a:spcAft>
      </a:defPPr>
      <a:lvl1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  <a:lvl3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3pPr>
      <a:lvl4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4pPr>
      <a:lvl5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5pPr>
      <a:lvl6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6pPr>
      <a:lvl7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7pPr>
      <a:lvl8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8pPr>
      <a:lvl9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Target="../notesSlides/notesSlide1.xml" Type="http://schemas.openxmlformats.org/officeDocument/2006/relationships/notesSlide" Id="rId2"/><Relationship Target="../slideLayouts/slideLayout1.xml" Type="http://schemas.openxmlformats.org/officeDocument/2006/relationships/slideLayout" Id="rId1"/><Relationship Target="../media/image01.jpg" Type="http://schemas.openxmlformats.org/officeDocument/2006/relationships/image" Id="rId3"/></Relationships>
</file>

<file path=ppt/slides/_rels/slide2.xml.rels><?xml version="1.0" encoding="UTF-8" standalone="yes"?><Relationships xmlns="http://schemas.openxmlformats.org/package/2006/relationships"><Relationship Target="../notesSlides/notesSlide2.xml" Type="http://schemas.openxmlformats.org/officeDocument/2006/relationships/notesSlide" Id="rId2"/><Relationship Target="../slideLayouts/slideLayout2.xml" Type="http://schemas.openxmlformats.org/officeDocument/2006/relationships/slideLayout" Id="rId1"/><Relationship Target="../media/image02.png" Type="http://schemas.openxmlformats.org/officeDocument/2006/relationships/image" Id="rId3"/></Relationships>
</file>

<file path=ppt/slides/_rels/slide3.xml.rels><?xml version="1.0" encoding="UTF-8" standalone="yes"?><Relationships xmlns="http://schemas.openxmlformats.org/package/2006/relationships"><Relationship Target="../notesSlides/notesSlide3.xml" Type="http://schemas.openxmlformats.org/officeDocument/2006/relationships/notesSlide" Id="rId2"/><Relationship Target="../slideLayouts/slideLayout2.xml" Type="http://schemas.openxmlformats.org/officeDocument/2006/relationships/slideLayout" Id="rId1"/><Relationship Target="http://youtube.com/v/Lm9rWTVAWrE" Type="http://schemas.openxmlformats.org/officeDocument/2006/relationships/hyperlink" TargetMode="External" Id="rId4"/><Relationship Target="../media/image00.jpg" Type="http://schemas.openxmlformats.org/officeDocument/2006/relationships/image" Id="rId5"/></Relationships>
</file>

<file path=ppt/slides/_rels/slide4.xml.rels><?xml version="1.0" encoding="UTF-8" standalone="yes"?><Relationships xmlns="http://schemas.openxmlformats.org/package/2006/relationships"><Relationship Target="../notesSlides/notesSlide4.xml" Type="http://schemas.openxmlformats.org/officeDocument/2006/relationships/notesSlide" Id="rId2"/><Relationship Target="../slideLayouts/slideLayout2.xml" Type="http://schemas.openxmlformats.org/officeDocument/2006/relationships/slideLayout" Id="rId1"/><Relationship Target="../media/image03.png" Type="http://schemas.openxmlformats.org/officeDocument/2006/relationships/image" Id="rId3"/></Relationships>
</file>

<file path=ppt/slides/_rels/slide5.xml.rels><?xml version="1.0" encoding="UTF-8" standalone="yes"?><Relationships xmlns="http://schemas.openxmlformats.org/package/2006/relationships"><Relationship Target="../notesSlides/notesSlide5.xml" Type="http://schemas.openxmlformats.org/officeDocument/2006/relationships/notesSlide" Id="rId2"/><Relationship Target="../slideLayouts/slideLayout2.xml" Type="http://schemas.openxmlformats.org/officeDocument/2006/relationships/slideLayout" Id="rId1"/><Relationship Target="../media/image04.png" Type="http://schemas.openxmlformats.org/officeDocument/2006/relationships/image" Id="rId3"/></Relationships>
</file>

<file path=ppt/slides/_rels/slide6.xml.rels><?xml version="1.0" encoding="UTF-8" standalone="yes"?><Relationships xmlns="http://schemas.openxmlformats.org/package/2006/relationships"><Relationship Target="../notesSlides/notesSlide6.xml" Type="http://schemas.openxmlformats.org/officeDocument/2006/relationships/notesSlide" Id="rId2"/><Relationship Target="../slideLayouts/slideLayout2.xml" Type="http://schemas.openxmlformats.org/officeDocument/2006/relationships/slideLayout" Id="rId1"/></Relationships>
</file>

<file path=ppt/slides/_rels/slide7.xml.rels><?xml version="1.0" encoding="UTF-8" standalone="yes"?><Relationships xmlns="http://schemas.openxmlformats.org/package/2006/relationships"><Relationship Target="../notesSlides/notesSlide7.xml" Type="http://schemas.openxmlformats.org/officeDocument/2006/relationships/notesSlide" Id="rId2"/><Relationship Target="../slideLayouts/slideLayout2.xml" Type="http://schemas.openxmlformats.org/officeDocument/2006/relationships/slideLayout" Id="rId1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96" name="Shape 96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97" name="Shape 97"/>
          <p:cNvSpPr txBox="1"/>
          <p:nvPr>
            <p:ph type="ctrTitle"/>
          </p:nvPr>
        </p:nvSpPr>
        <p:spPr>
          <a:xfrm>
            <a:off y="1740525" x="933450"/>
            <a:ext cy="1776300" cx="4762499"/>
          </a:xfrm>
          <a:prstGeom prst="rect">
            <a:avLst/>
          </a:prstGeom>
          <a:noFill/>
          <a:ln>
            <a:noFill/>
          </a:ln>
        </p:spPr>
        <p:txBody>
          <a:bodyPr bIns="45700" rIns="91425" lIns="91425" tIns="45700" anchor="b" anchorCtr="0">
            <a:noAutofit/>
          </a:bodyPr>
          <a:lstStyle/>
          <a:p>
            <a:pPr algn="l" rtl="0" lvl="0" marR="0" indent="0" marL="0">
              <a:lnSpc>
                <a:spcPct val="85000"/>
              </a:lnSpc>
              <a:spcBef>
                <a:spcPts val="0"/>
              </a:spcBef>
              <a:buClr>
                <a:srgbClr val="262626"/>
              </a:buClr>
              <a:buSzPct val="25000"/>
              <a:buFont typeface="Calibri"/>
              <a:buNone/>
            </a:pPr>
            <a:r>
              <a:rPr strike="noStrike" u="none" b="0" cap="none" baseline="0" sz="7200" lang="en-US" i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Tower Lights Animator</a:t>
            </a:r>
          </a:p>
        </p:txBody>
      </p:sp>
      <p:sp>
        <p:nvSpPr>
          <p:cNvPr id="98" name="Shape 98"/>
          <p:cNvSpPr txBox="1"/>
          <p:nvPr>
            <p:ph idx="1" type="subTitle"/>
          </p:nvPr>
        </p:nvSpPr>
        <p:spPr>
          <a:xfrm>
            <a:off y="3775351" x="1138724"/>
            <a:ext cy="2303461" cx="5124450"/>
          </a:xfrm>
          <a:prstGeom prst="rect">
            <a:avLst/>
          </a:prstGeom>
          <a:noFill/>
          <a:ln>
            <a:noFill/>
          </a:ln>
        </p:spPr>
        <p:txBody>
          <a:bodyPr bIns="45700" rIns="91425" lIns="91425" tIns="45700" anchor="t" anchorCtr="0">
            <a:noAutofit/>
          </a:bodyPr>
          <a:lstStyle/>
          <a:p>
            <a:pPr algn="l" rtl="0" lvl="0" marR="0" indent="0" mar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25000"/>
              <a:buFont typeface="Calibri"/>
              <a:buNone/>
            </a:pPr>
            <a:r>
              <a:rPr strike="noStrike" u="none" b="0" cap="none" baseline="0" sz="2200" lang="en-US" i="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 PROJECT BY THE TOWER ILLUMINATI –</a:t>
            </a:r>
          </a:p>
          <a:p>
            <a:pPr algn="l" rtl="0" lvl="0" marR="0" indent="0" marL="0">
              <a:lnSpc>
                <a:spcPct val="7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ct val="25000"/>
              <a:buFont typeface="Calibri"/>
              <a:buNone/>
            </a:pPr>
            <a:r>
              <a:rPr strike="noStrike" u="none" b="0" cap="none" baseline="0" sz="1500" lang="en-US" i="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RANGER ADAMS</a:t>
            </a:r>
          </a:p>
          <a:p>
            <a:pPr algn="l" rtl="0" lvl="0" marR="0" indent="0" marL="0">
              <a:lnSpc>
                <a:spcPct val="7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ct val="25000"/>
              <a:buFont typeface="Calibri"/>
              <a:buNone/>
            </a:pPr>
            <a:r>
              <a:rPr strike="noStrike" u="none" b="0" cap="none" baseline="0" sz="1500" lang="en-US" i="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PAUL BAILEY</a:t>
            </a:r>
          </a:p>
          <a:p>
            <a:pPr algn="l" rtl="0" lvl="0" marR="0" indent="0" marL="0">
              <a:lnSpc>
                <a:spcPct val="7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ct val="25000"/>
              <a:buFont typeface="Calibri"/>
              <a:buNone/>
            </a:pPr>
            <a:r>
              <a:rPr strike="noStrike" u="none" b="0" cap="none" baseline="0" sz="1500" lang="en-US" i="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MATT BROWN</a:t>
            </a:r>
          </a:p>
          <a:p>
            <a:pPr algn="l" rtl="0" lvl="0" marR="0" indent="0" marL="0">
              <a:lnSpc>
                <a:spcPct val="7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ct val="25000"/>
              <a:buFont typeface="Calibri"/>
              <a:buNone/>
            </a:pPr>
            <a:r>
              <a:rPr strike="noStrike" u="none" b="0" cap="none" baseline="0" sz="1500" lang="en-US" i="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HEYAN HUANG</a:t>
            </a:r>
          </a:p>
          <a:p>
            <a:pPr algn="l" rtl="0" lvl="0" marR="0" indent="0" marL="0">
              <a:lnSpc>
                <a:spcPct val="7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25000"/>
              <a:buFont typeface="Calibri"/>
              <a:buNone/>
            </a:pPr>
            <a:r>
              <a:rPr strike="noStrike" u="none" b="0" cap="none" baseline="0" sz="1500" lang="en-US" i="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EMETH THOMPSON</a:t>
            </a:r>
          </a:p>
        </p:txBody>
      </p:sp>
      <p:pic>
        <p:nvPicPr>
          <p:cNvPr id="99" name="Shape 99"/>
          <p:cNvPicPr preferRelativeResize="0"/>
          <p:nvPr/>
        </p:nvPicPr>
        <p:blipFill rotWithShape="1">
          <a:blip r:embed="rId3">
            <a:alphaModFix/>
          </a:blip>
          <a:srcRect t="0" b="0" r="0" l="0"/>
          <a:stretch/>
        </p:blipFill>
        <p:spPr>
          <a:xfrm>
            <a:off y="1118394" x="6648450"/>
            <a:ext cy="4783136" cx="44361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03" name="Shape 103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04" name="Shape 104"/>
          <p:cNvSpPr txBox="1"/>
          <p:nvPr>
            <p:ph type="title"/>
          </p:nvPr>
        </p:nvSpPr>
        <p:spPr>
          <a:xfrm>
            <a:off y="286603" x="1097279"/>
            <a:ext cy="1450756" cx="10058399"/>
          </a:xfrm>
          <a:prstGeom prst="rect">
            <a:avLst/>
          </a:prstGeom>
          <a:noFill/>
          <a:ln>
            <a:noFill/>
          </a:ln>
        </p:spPr>
        <p:txBody>
          <a:bodyPr bIns="45700" rIns="91425" lIns="91425" tIns="45700" anchor="b" anchorCtr="0">
            <a:noAutofit/>
          </a:bodyPr>
          <a:lstStyle/>
          <a:p>
            <a:pPr algn="ctr" rtl="0" lvl="0" marR="0" indent="0" marL="0">
              <a:lnSpc>
                <a:spcPct val="85000"/>
              </a:lnSpc>
              <a:spcBef>
                <a:spcPts val="0"/>
              </a:spcBef>
              <a:buClr>
                <a:srgbClr val="3F3F3F"/>
              </a:buClr>
              <a:buSzPct val="25000"/>
              <a:buFont typeface="Calibri"/>
              <a:buNone/>
            </a:pPr>
            <a:r>
              <a:rPr strike="noStrike" u="none" b="0" cap="none" baseline="0" sz="4800" lang="en-US" i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Background</a:t>
            </a:r>
          </a:p>
        </p:txBody>
      </p:sp>
      <p:sp>
        <p:nvSpPr>
          <p:cNvPr id="105" name="Shape 105"/>
          <p:cNvSpPr txBox="1"/>
          <p:nvPr>
            <p:ph idx="1" type="body"/>
          </p:nvPr>
        </p:nvSpPr>
        <p:spPr>
          <a:xfrm>
            <a:off y="1825625" x="1097274"/>
            <a:ext cy="4351500" cx="5146800"/>
          </a:xfrm>
          <a:prstGeom prst="rect">
            <a:avLst/>
          </a:prstGeom>
          <a:noFill/>
          <a:ln>
            <a:noFill/>
          </a:ln>
        </p:spPr>
        <p:txBody>
          <a:bodyPr bIns="45700" rIns="0" lIns="0" tIns="45700" anchor="t" anchorCtr="0">
            <a:noAutofit/>
          </a:bodyPr>
          <a:lstStyle/>
          <a:p>
            <a:pPr algn="l" rtl="0" lvl="0" marR="0" indent="457200" mar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lang="en-US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Bob Rinker and ACM - 2009</a:t>
            </a:r>
          </a:p>
          <a:p>
            <a:pPr algn="l" rtl="0" lvl="0" marR="0" indent="0" mar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l" rtl="0" lvl="0" marR="0" indent="-91440" marL="9144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Calibri"/>
              <a:buChar char="●"/>
            </a:pPr>
            <a:r>
              <a:rPr sz="2000" lang="en-US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v0.2 was black and white</a:t>
            </a:r>
          </a:p>
          <a:p>
            <a:pPr algn="l" rtl="0" lvl="0" marR="0" indent="-91440" marL="9144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Calibri"/>
              <a:buChar char="●"/>
            </a:pPr>
            <a:r>
              <a:rPr strike="noStrike" u="none" b="0" cap="none" baseline="0" sz="2000" lang="en-US" i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Current program (v0.3) in C#</a:t>
            </a:r>
          </a:p>
          <a:p>
            <a:pPr algn="l" rtl="0" lvl="0" marR="0" indent="-91440" marL="9144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Calibri"/>
              <a:buChar char="●"/>
            </a:pPr>
            <a:r>
              <a:rPr strike="noStrike" u="none" b="0" cap="none" baseline="0" sz="2000" lang="en-US" i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Every “window” color chang</a:t>
            </a:r>
            <a:r>
              <a:rPr sz="2000" lang="en-US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strike="noStrike" u="none" b="0" cap="none" baseline="0" sz="2000" lang="en-US" i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requires a click</a:t>
            </a:r>
          </a:p>
          <a:p>
            <a:pPr algn="l" rtl="0" lvl="0" marR="0" indent="-91440" marL="9144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Calibri"/>
              <a:buChar char="●"/>
            </a:pPr>
            <a:r>
              <a:rPr strike="noStrike" u="none" b="0" cap="none" baseline="0" sz="2000" lang="en-US" i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UI CS Curriculum is C++ based</a:t>
            </a:r>
          </a:p>
          <a:p>
            <a:pPr algn="l" rtl="0" lvl="0" marR="0" indent="35560" marL="91440">
              <a:lnSpc>
                <a:spcPct val="90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Font typeface="Calibri"/>
              <a:buNone/>
            </a:pPr>
            <a:r>
              <a:t/>
            </a:r>
            <a:endParaRPr strike="noStrike" u="none" b="0" cap="none" baseline="0" sz="2000" i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6" name="Shape 10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y="1825612" x="6516987"/>
            <a:ext cy="3609975" cx="4638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10" name="Shape 110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11" name="Shape 111"/>
          <p:cNvSpPr txBox="1"/>
          <p:nvPr>
            <p:ph type="title"/>
          </p:nvPr>
        </p:nvSpPr>
        <p:spPr>
          <a:xfrm>
            <a:off y="286603" x="1097279"/>
            <a:ext cy="1450756" cx="10058399"/>
          </a:xfrm>
          <a:prstGeom prst="rect">
            <a:avLst/>
          </a:prstGeom>
          <a:noFill/>
          <a:ln>
            <a:noFill/>
          </a:ln>
        </p:spPr>
        <p:txBody>
          <a:bodyPr bIns="45700" rIns="91425" lIns="91425" tIns="45700" anchor="b" anchorCtr="0">
            <a:noAutofit/>
          </a:bodyPr>
          <a:lstStyle/>
          <a:p>
            <a:pPr algn="ctr" rtl="0" lvl="0" marR="0" indent="0" marL="0">
              <a:lnSpc>
                <a:spcPct val="85000"/>
              </a:lnSpc>
              <a:spcBef>
                <a:spcPts val="0"/>
              </a:spcBef>
              <a:buClr>
                <a:srgbClr val="3F3F3F"/>
              </a:buClr>
              <a:buSzPct val="25000"/>
              <a:buFont typeface="Calibri"/>
              <a:buNone/>
            </a:pPr>
            <a:r>
              <a:rPr strike="noStrike" u="none" b="0" cap="none" baseline="0" sz="4800" lang="en-US" i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Goals</a:t>
            </a:r>
          </a:p>
        </p:txBody>
      </p:sp>
      <p:sp>
        <p:nvSpPr>
          <p:cNvPr id="112" name="Shape 112"/>
          <p:cNvSpPr txBox="1"/>
          <p:nvPr>
            <p:ph idx="1" type="body"/>
          </p:nvPr>
        </p:nvSpPr>
        <p:spPr>
          <a:xfrm>
            <a:off y="1845733" x="1097279"/>
            <a:ext cy="4023360" cx="10058399"/>
          </a:xfrm>
          <a:prstGeom prst="rect">
            <a:avLst/>
          </a:prstGeom>
          <a:noFill/>
          <a:ln>
            <a:noFill/>
          </a:ln>
        </p:spPr>
        <p:txBody>
          <a:bodyPr bIns="45700" rIns="0" lIns="0" tIns="45700" anchor="t" anchorCtr="0">
            <a:noAutofit/>
          </a:bodyPr>
          <a:lstStyle/>
          <a:p>
            <a:pPr algn="l" rtl="0" lvl="0" marR="0" indent="-35560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Calibri"/>
              <a:buChar char="●"/>
            </a:pPr>
            <a:r>
              <a:rPr strike="noStrike" u="none" b="0" cap="none" baseline="0" sz="2000" lang="en-US" i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Link .tan file with corresponding audio file</a:t>
            </a:r>
          </a:p>
          <a:p>
            <a:pPr algn="l" rtl="0" lvl="0" marR="0" indent="-355600" marL="45720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Calibri"/>
              <a:buChar char="●"/>
            </a:pPr>
            <a:r>
              <a:rPr strike="noStrike" u="none" b="0" cap="none" baseline="0" sz="2000" lang="en-US" i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Rewrite in C++</a:t>
            </a:r>
          </a:p>
          <a:p>
            <a:pPr algn="l" rtl="0" lvl="0" marR="0" indent="-355600" marL="45720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Calibri"/>
              <a:buChar char="●"/>
            </a:pPr>
            <a:r>
              <a:rPr sz="2000" lang="en-US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Cross Platorm (Linux, Mac)</a:t>
            </a:r>
          </a:p>
          <a:p>
            <a:pPr algn="l" rtl="0" lvl="0" marR="0" indent="-355600" marL="45720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Calibri"/>
              <a:buChar char="●"/>
            </a:pPr>
            <a:r>
              <a:rPr strike="noStrike" u="none" b="0" cap="none" baseline="0" sz="2000" lang="en-US" i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Make light shows “easier”</a:t>
            </a:r>
          </a:p>
          <a:p>
            <a:pPr algn="l" rtl="0" lvl="1" marR="0" indent="-342900" marL="9144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Calibri"/>
              <a:buChar char="○"/>
            </a:pPr>
            <a:r>
              <a:rPr strike="noStrike" u="none" b="0" cap="none" baseline="0" sz="1800" lang="en-US" i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Less clicks</a:t>
            </a:r>
          </a:p>
          <a:p>
            <a:pPr algn="l" rtl="0" lvl="1" marR="0" indent="-342900" marL="91440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Calibri"/>
              <a:buChar char="○"/>
            </a:pPr>
            <a:r>
              <a:rPr strike="noStrike" u="none" b="0" cap="none" baseline="0" sz="1800" lang="en-US" i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Automated movement</a:t>
            </a:r>
          </a:p>
          <a:p>
            <a:pPr algn="l" rtl="0" lvl="1" marR="0" indent="-342900" marL="91440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Calibri"/>
              <a:buChar char="○"/>
            </a:pPr>
            <a:r>
              <a:rPr strike="noStrike" u="none" b="0" cap="none" baseline="0" sz="1800" lang="en-US" i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Pre-generated shapes</a:t>
            </a:r>
          </a:p>
          <a:p>
            <a:pPr algn="l" rtl="0" lvl="1" marR="0" indent="-342900" marL="91440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Calibri"/>
              <a:buChar char="○"/>
            </a:pPr>
            <a:r>
              <a:rPr strike="noStrike" u="none" b="0" cap="none" baseline="0" sz="1800" lang="en-US" i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Pre-generated animations</a:t>
            </a:r>
          </a:p>
          <a:p>
            <a:pPr algn="l" rtl="0" lvl="1" marR="0" indent="-342900" marL="914400">
              <a:lnSpc>
                <a:spcPct val="90000"/>
              </a:lnSpc>
              <a:spcBef>
                <a:spcPts val="600"/>
              </a:spcBef>
              <a:spcAft>
                <a:spcPts val="400"/>
              </a:spcAft>
              <a:buClr>
                <a:srgbClr val="3F3F3F"/>
              </a:buClr>
              <a:buSzPct val="100000"/>
              <a:buFont typeface="Calibri"/>
              <a:buChar char="○"/>
            </a:pPr>
            <a:r>
              <a:rPr strike="noStrike" u="none" b="0" cap="none" baseline="0" sz="1800" lang="en-US" i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Import from other files</a:t>
            </a:r>
          </a:p>
        </p:txBody>
      </p:sp>
      <p:sp>
        <p:nvSpPr>
          <p:cNvPr id="113" name="Shape 113">
            <a:hlinkClick r:id="rId4"/>
          </p:cNvPr>
          <p:cNvSpPr/>
          <p:nvPr/>
        </p:nvSpPr>
        <p:spPr>
          <a:xfrm>
            <a:off y="1845725" x="6430425"/>
            <a:ext cy="3959299" cx="5279074"/>
          </a:xfrm>
          <a:prstGeom prst="rect">
            <a:avLst/>
          </a:prstGeom>
          <a:blipFill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  <p:transition spd="slow">
    <p:cut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17" name="Shape 117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18" name="Shape 118"/>
          <p:cNvSpPr txBox="1"/>
          <p:nvPr>
            <p:ph type="title"/>
          </p:nvPr>
        </p:nvSpPr>
        <p:spPr>
          <a:xfrm>
            <a:off y="286603" x="1097279"/>
            <a:ext cy="1450756" cx="10058399"/>
          </a:xfrm>
          <a:prstGeom prst="rect">
            <a:avLst/>
          </a:prstGeom>
          <a:noFill/>
          <a:ln>
            <a:noFill/>
          </a:ln>
        </p:spPr>
        <p:txBody>
          <a:bodyPr bIns="45700" rIns="91425" lIns="91425" tIns="45700" anchor="b" anchorCtr="0">
            <a:noAutofit/>
          </a:bodyPr>
          <a:lstStyle/>
          <a:p>
            <a:pPr algn="ctr" rtl="0" lvl="0" marR="0" indent="0" marL="0">
              <a:lnSpc>
                <a:spcPct val="85000"/>
              </a:lnSpc>
              <a:spcBef>
                <a:spcPts val="0"/>
              </a:spcBef>
              <a:buClr>
                <a:srgbClr val="3F3F3F"/>
              </a:buClr>
              <a:buSzPct val="25000"/>
              <a:buFont typeface="Calibri"/>
              <a:buNone/>
            </a:pPr>
            <a:r>
              <a:rPr strike="noStrike" u="none" b="0" cap="none" baseline="0" sz="4800" lang="en-US" i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Status</a:t>
            </a:r>
          </a:p>
        </p:txBody>
      </p:sp>
      <p:sp>
        <p:nvSpPr>
          <p:cNvPr id="119" name="Shape 119"/>
          <p:cNvSpPr txBox="1"/>
          <p:nvPr>
            <p:ph idx="1" type="body"/>
          </p:nvPr>
        </p:nvSpPr>
        <p:spPr>
          <a:xfrm>
            <a:off y="1737359" x="1097279"/>
            <a:ext cy="4514850" cx="3870651"/>
          </a:xfrm>
          <a:prstGeom prst="rect">
            <a:avLst/>
          </a:prstGeom>
          <a:noFill/>
          <a:ln>
            <a:noFill/>
          </a:ln>
        </p:spPr>
        <p:txBody>
          <a:bodyPr bIns="45700" rIns="0" lIns="0" tIns="45700" anchor="t" anchorCtr="0">
            <a:noAutofit/>
          </a:bodyPr>
          <a:lstStyle/>
          <a:p>
            <a:pPr algn="l" rtl="0" lvl="0" marR="0" indent="-35560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Calibri"/>
              <a:buChar char="●"/>
            </a:pPr>
            <a:r>
              <a:rPr strike="noStrike" u="none" b="0" cap="none" baseline="0" sz="2000" lang="en-US" i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GUI design</a:t>
            </a:r>
          </a:p>
          <a:p>
            <a:pPr algn="l" rtl="0" lvl="0" marR="0" indent="-355600" marL="45720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Calibri"/>
              <a:buChar char="●"/>
            </a:pPr>
            <a:r>
              <a:rPr strike="noStrike" u="none" b="0" cap="none" baseline="0" sz="2000" lang="en-US" i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Design documents</a:t>
            </a:r>
          </a:p>
          <a:p>
            <a:pPr algn="l" rtl="0" lvl="0" marR="0" indent="-355600" marL="45720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Calibri"/>
              <a:buChar char="●"/>
            </a:pPr>
            <a:r>
              <a:rPr strike="noStrike" u="none" b="0" cap="none" baseline="0" sz="2000" lang="en-US" i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Main division of work</a:t>
            </a:r>
          </a:p>
          <a:p>
            <a:pPr algn="l" rtl="0" lvl="0" marR="0" indent="-355600" marL="45720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Calibri"/>
              <a:buChar char="●"/>
            </a:pPr>
            <a:r>
              <a:rPr strike="noStrike" u="none" b="0" cap="none" baseline="0" sz="2000" lang="en-US" i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Classes and Prototypes</a:t>
            </a:r>
          </a:p>
          <a:p>
            <a:pPr algn="l" rtl="0" lvl="0" marR="0" indent="0" marL="0">
              <a:lnSpc>
                <a:spcPct val="90000"/>
              </a:lnSpc>
              <a:spcBef>
                <a:spcPts val="1400"/>
              </a:spcBef>
              <a:spcAft>
                <a:spcPts val="200"/>
              </a:spcAft>
              <a:buNone/>
            </a:pPr>
            <a:r>
              <a:t/>
            </a:r>
            <a:endParaRPr strike="noStrike" u="none" b="0" cap="none" baseline="0" sz="2000" i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0" name="Shape 1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y="1887437" x="4497596"/>
            <a:ext cy="4214675" cx="6658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24" name="Shape 124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25" name="Shape 125"/>
          <p:cNvSpPr txBox="1"/>
          <p:nvPr>
            <p:ph type="title"/>
          </p:nvPr>
        </p:nvSpPr>
        <p:spPr>
          <a:xfrm>
            <a:off y="286603" x="1097279"/>
            <a:ext cy="1450756" cx="10058399"/>
          </a:xfrm>
          <a:prstGeom prst="rect">
            <a:avLst/>
          </a:prstGeom>
          <a:noFill/>
          <a:ln>
            <a:noFill/>
          </a:ln>
        </p:spPr>
        <p:txBody>
          <a:bodyPr bIns="45700" rIns="91425" lIns="91425" tIns="45700" anchor="b" anchorCtr="0">
            <a:noAutofit/>
          </a:bodyPr>
          <a:lstStyle/>
          <a:p>
            <a:pPr algn="ctr" rtl="0" lvl="0" marR="0" indent="0" marL="0">
              <a:lnSpc>
                <a:spcPct val="85000"/>
              </a:lnSpc>
              <a:spcBef>
                <a:spcPts val="0"/>
              </a:spcBef>
              <a:buClr>
                <a:srgbClr val="3F3F3F"/>
              </a:buClr>
              <a:buSzPct val="25000"/>
              <a:buFont typeface="Calibri"/>
              <a:buNone/>
            </a:pPr>
            <a:r>
              <a:rPr strike="noStrike" u="none" b="0" cap="none" baseline="0" sz="4800" lang="en-US" i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Future Work</a:t>
            </a:r>
          </a:p>
        </p:txBody>
      </p:sp>
      <p:sp>
        <p:nvSpPr>
          <p:cNvPr id="126" name="Shape 126"/>
          <p:cNvSpPr txBox="1"/>
          <p:nvPr>
            <p:ph idx="1" type="body"/>
          </p:nvPr>
        </p:nvSpPr>
        <p:spPr>
          <a:xfrm>
            <a:off y="1825625" x="1097279"/>
            <a:ext cy="4351338" cx="4865370"/>
          </a:xfrm>
          <a:prstGeom prst="rect">
            <a:avLst/>
          </a:prstGeom>
          <a:noFill/>
          <a:ln>
            <a:noFill/>
          </a:ln>
        </p:spPr>
        <p:txBody>
          <a:bodyPr bIns="45700" rIns="0" lIns="0" tIns="45700" anchor="t" anchorCtr="0">
            <a:noAutofit/>
          </a:bodyPr>
          <a:lstStyle/>
          <a:p>
            <a:pPr algn="l" rtl="0" lvl="0" marR="0" indent="-35560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Calibri"/>
              <a:buChar char="●"/>
            </a:pPr>
            <a:r>
              <a:rPr strike="noStrike" u="none" b="0" cap="none" baseline="0" sz="2000" lang="en-US" i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Implement functionality to GUI</a:t>
            </a:r>
          </a:p>
          <a:p>
            <a:pPr algn="l" rtl="0" lvl="0" marR="0" indent="-355600" marL="45720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Calibri"/>
              <a:buChar char="●"/>
            </a:pPr>
            <a:r>
              <a:rPr strike="noStrike" u="none" b="0" cap="none" baseline="0" sz="2000" lang="en-US" i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Implement multiple “pixel” movement</a:t>
            </a:r>
          </a:p>
          <a:p>
            <a:pPr algn="l" rtl="0" lvl="0" marR="0" indent="-355600" marL="45720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Calibri"/>
              <a:buChar char="●"/>
            </a:pPr>
            <a:r>
              <a:rPr strike="noStrike" u="none" b="0" cap="none" baseline="0" sz="2000" lang="en-US" i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Figure out modifications to .tan file layout</a:t>
            </a:r>
          </a:p>
          <a:p>
            <a:pPr algn="l" rtl="0" lvl="0" marR="0" indent="-355600" marL="45720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Calibri"/>
              <a:buChar char="●"/>
            </a:pPr>
            <a:r>
              <a:rPr strike="noStrike" u="none" b="0" cap="none" baseline="0" sz="2000" lang="en-US" i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Next Semester</a:t>
            </a:r>
          </a:p>
          <a:p>
            <a:pPr algn="l" rtl="0" lvl="1" marR="0" indent="-342900" marL="9144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Calibri"/>
              <a:buChar char="○"/>
            </a:pPr>
            <a:r>
              <a:rPr strike="noStrike" u="none" b="0" cap="none" baseline="0" sz="1800" lang="en-US" i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Implement more advanced animations/movements</a:t>
            </a:r>
          </a:p>
          <a:p>
            <a:pPr algn="l" rtl="0" lvl="1" marR="0" indent="-342900" marL="91440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Calibri"/>
              <a:buChar char="○"/>
            </a:pPr>
            <a:r>
              <a:rPr strike="noStrike" u="none" b="0" cap="none" baseline="0" sz="1800" lang="en-US" i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Add more GUI features</a:t>
            </a:r>
          </a:p>
          <a:p>
            <a:pPr algn="l" rtl="0" lvl="0" marR="0" indent="35560" marL="91440">
              <a:lnSpc>
                <a:spcPct val="90000"/>
              </a:lnSpc>
              <a:spcBef>
                <a:spcPts val="1600"/>
              </a:spcBef>
              <a:spcAft>
                <a:spcPts val="200"/>
              </a:spcAft>
              <a:buClr>
                <a:schemeClr val="accent1"/>
              </a:buClr>
              <a:buFont typeface="Calibri"/>
              <a:buNone/>
            </a:pPr>
            <a:r>
              <a:t/>
            </a:r>
            <a:endParaRPr strike="noStrike" u="none" b="0" cap="none" baseline="0" sz="2000" i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7" name="Shape 127"/>
          <p:cNvPicPr preferRelativeResize="0"/>
          <p:nvPr/>
        </p:nvPicPr>
        <p:blipFill rotWithShape="1">
          <a:blip r:embed="rId3">
            <a:alphaModFix/>
          </a:blip>
          <a:srcRect t="0" b="0" r="0" l="0"/>
          <a:stretch/>
        </p:blipFill>
        <p:spPr>
          <a:xfrm>
            <a:off y="1825613" x="6600825"/>
            <a:ext cy="4236599" cx="4257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31" name="Shape 131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32" name="Shape 132"/>
          <p:cNvSpPr txBox="1"/>
          <p:nvPr>
            <p:ph type="title"/>
          </p:nvPr>
        </p:nvSpPr>
        <p:spPr>
          <a:xfrm>
            <a:off y="286603" x="1097279"/>
            <a:ext cy="1450756" cx="10058399"/>
          </a:xfrm>
          <a:prstGeom prst="rect">
            <a:avLst/>
          </a:prstGeom>
          <a:noFill/>
          <a:ln>
            <a:noFill/>
          </a:ln>
        </p:spPr>
        <p:txBody>
          <a:bodyPr bIns="45700" rIns="91425" lIns="91425" tIns="45700" anchor="b" anchorCtr="0">
            <a:noAutofit/>
          </a:bodyPr>
          <a:lstStyle/>
          <a:p>
            <a:pPr algn="ctr" rtl="0" lvl="0" marR="0" indent="0" marL="0">
              <a:lnSpc>
                <a:spcPct val="85000"/>
              </a:lnSpc>
              <a:spcBef>
                <a:spcPts val="0"/>
              </a:spcBef>
              <a:buClr>
                <a:srgbClr val="3F3F3F"/>
              </a:buClr>
              <a:buSzPct val="25000"/>
              <a:buFont typeface="Calibri"/>
              <a:buNone/>
            </a:pPr>
            <a:r>
              <a:rPr strike="noStrike" u="none" b="0" cap="none" baseline="0" sz="4800" lang="en-US" i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Preliminary Conclusions</a:t>
            </a:r>
          </a:p>
        </p:txBody>
      </p:sp>
      <p:sp>
        <p:nvSpPr>
          <p:cNvPr id="133" name="Shape 133"/>
          <p:cNvSpPr txBox="1"/>
          <p:nvPr>
            <p:ph idx="1" type="body"/>
          </p:nvPr>
        </p:nvSpPr>
        <p:spPr>
          <a:xfrm>
            <a:off y="1845733" x="1097279"/>
            <a:ext cy="4023360" cx="10058399"/>
          </a:xfrm>
          <a:prstGeom prst="rect">
            <a:avLst/>
          </a:prstGeom>
          <a:noFill/>
          <a:ln>
            <a:noFill/>
          </a:ln>
        </p:spPr>
        <p:txBody>
          <a:bodyPr bIns="45700" rIns="0" lIns="0" tIns="45700" anchor="t" anchorCtr="0">
            <a:noAutofit/>
          </a:bodyPr>
          <a:lstStyle/>
          <a:p>
            <a:pPr algn="l" rtl="0" lvl="0" marR="0" indent="-35560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Calibri"/>
              <a:buChar char="●"/>
            </a:pPr>
            <a:r>
              <a:rPr strike="noStrike" u="none" b="0" cap="none" baseline="0" sz="2000" lang="en-US" i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Design</a:t>
            </a:r>
          </a:p>
          <a:p>
            <a:pPr algn="l" rtl="0" lvl="1" marR="0" indent="-342900" marL="9144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Calibri"/>
              <a:buChar char="○"/>
            </a:pPr>
            <a:r>
              <a:rPr strike="noStrike" u="none" b="0" cap="none" baseline="0" sz="1800" lang="en-US" i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Prototypes and Classes</a:t>
            </a:r>
          </a:p>
          <a:p>
            <a:pPr algn="l" rtl="0" lvl="1" marR="0" indent="-342900" marL="91440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Calibri"/>
              <a:buChar char="○"/>
            </a:pPr>
            <a:r>
              <a:rPr strike="noStrike" u="none" b="0" cap="none" baseline="0" sz="1800" lang="en-US" i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More to be Added</a:t>
            </a:r>
          </a:p>
          <a:p>
            <a:pPr algn="l" rtl="0" lvl="0" marR="0" indent="-355600" marL="45720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Calibri"/>
              <a:buChar char="●"/>
            </a:pPr>
            <a:r>
              <a:rPr strike="noStrike" u="none" b="0" cap="none" baseline="0" sz="2000" lang="en-US" i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Coding</a:t>
            </a:r>
          </a:p>
          <a:p>
            <a:pPr algn="l" rtl="0" lvl="1" marR="0" indent="-342900" marL="9144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Calibri"/>
              <a:buChar char="○"/>
            </a:pPr>
            <a:r>
              <a:rPr strike="noStrike" u="none" b="0" cap="none" baseline="0" sz="1800" lang="en-US" i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Based on Design</a:t>
            </a:r>
          </a:p>
          <a:p>
            <a:pPr algn="l" rtl="0" lvl="1" marR="0" indent="-342900" marL="91440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Calibri"/>
              <a:buChar char="○"/>
            </a:pPr>
            <a:r>
              <a:rPr strike="noStrike" u="none" b="0" cap="none" baseline="0" sz="1800" lang="en-US" i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Testing</a:t>
            </a:r>
          </a:p>
          <a:p>
            <a:pPr algn="l" rtl="0" lvl="1" marR="0" indent="-79248" marL="384048">
              <a:lnSpc>
                <a:spcPct val="90000"/>
              </a:lnSpc>
              <a:spcBef>
                <a:spcPts val="600"/>
              </a:spcBef>
              <a:spcAft>
                <a:spcPts val="400"/>
              </a:spcAft>
              <a:buClr>
                <a:schemeClr val="accent1"/>
              </a:buClr>
              <a:buFont typeface="Calibri"/>
              <a:buNone/>
            </a:pPr>
            <a:r>
              <a:t/>
            </a:r>
            <a:endParaRPr strike="noStrike" u="none" b="0" cap="none" baseline="0" sz="1800" i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cut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37" name="Shape 137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38" name="Shape 138"/>
          <p:cNvSpPr txBox="1"/>
          <p:nvPr>
            <p:ph type="title"/>
          </p:nvPr>
        </p:nvSpPr>
        <p:spPr>
          <a:xfrm>
            <a:off y="437437" x="838200"/>
            <a:ext cy="1325562" cx="10515599"/>
          </a:xfrm>
          <a:prstGeom prst="rect">
            <a:avLst/>
          </a:prstGeom>
          <a:noFill/>
          <a:ln>
            <a:noFill/>
          </a:ln>
        </p:spPr>
        <p:txBody>
          <a:bodyPr bIns="45700" rIns="91425" lIns="91425" tIns="45700" anchor="b" anchorCtr="0">
            <a:noAutofit/>
          </a:bodyPr>
          <a:lstStyle/>
          <a:p>
            <a:pPr algn="ctr" rtl="0" lvl="0" marR="0" indent="0" marL="0">
              <a:lnSpc>
                <a:spcPct val="85000"/>
              </a:lnSpc>
              <a:spcBef>
                <a:spcPts val="0"/>
              </a:spcBef>
              <a:buClr>
                <a:srgbClr val="3F3F3F"/>
              </a:buClr>
              <a:buSzPct val="25000"/>
              <a:buFont typeface="Calibri"/>
              <a:buNone/>
            </a:pPr>
            <a:r>
              <a:rPr strike="noStrike" u="none" b="0" cap="none" baseline="0" sz="4800" lang="en-US" i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Questions?</a:t>
            </a:r>
          </a:p>
        </p:txBody>
      </p:sp>
    </p:spTree>
  </p:cSld>
  <p:clrMapOvr>
    <a:masterClrMapping/>
  </p:clrMapOvr>
  <p:transition spd="slow">
    <p:cut/>
  </p:transition>
</p:sld>
</file>

<file path=ppt/theme/theme1.xml><?xml version="1.0" encoding="utf-8"?>
<a:theme xmlns:a="http://schemas.openxmlformats.org/drawingml/2006/main" xmlns:r="http://schemas.openxmlformats.org/officeDocument/2006/relationships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typeface="ＭＳ Ｐゴシック" script="Jpan"/>
        <a:font typeface="맑은 고딕" script="Hang"/>
        <a:font typeface="宋体" script="Hans"/>
        <a:font typeface="新細明體" script="Hant"/>
        <a:font typeface="Times New Roman" script="Arab"/>
        <a:font typeface="Times New Roman" script="Hebr"/>
        <a:font typeface="Angsana New" script="Thai"/>
        <a:font typeface="Nyala" script="Ethi"/>
        <a:font typeface="Vrinda" script="Beng"/>
        <a:font typeface="Shruti" script="Gujr"/>
        <a:font typeface="MoolBoran" script="Khmr"/>
        <a:font typeface="Tunga" script="Knda"/>
        <a:font typeface="Raavi" script="Guru"/>
        <a:font typeface="Euphemia" script="Cans"/>
        <a:font typeface="Plantagenet Cherokee" script="Cher"/>
        <a:font typeface="Microsoft Yi Baiti" script="Yiii"/>
        <a:font typeface="Microsoft Himalaya" script="Tibt"/>
        <a:font typeface="MV Boli" script="Thaa"/>
        <a:font typeface="Mangal" script="Deva"/>
        <a:font typeface="Gautami" script="Telu"/>
        <a:font typeface="Latha" script="Taml"/>
        <a:font typeface="Estrangelo Edessa" script="Syrc"/>
        <a:font typeface="Kalinga" script="Orya"/>
        <a:font typeface="Kartika" script="Mlym"/>
        <a:font typeface="DokChampa" script="Laoo"/>
        <a:font typeface="Iskoola Pota" script="Sinh"/>
        <a:font typeface="Mongolian Baiti" script="Mong"/>
        <a:font typeface="Times New Roman" script="Viet"/>
        <a:font typeface="Microsoft Uighur" script="Uigh"/>
      </a:majorFont>
      <a:minorFont>
        <a:latin typeface="Arial"/>
        <a:ea typeface=""/>
        <a:cs typeface=""/>
        <a:font typeface="ＭＳ Ｐゴシック" script="Jpan"/>
        <a:font typeface="맑은 고딕" script="Hang"/>
        <a:font typeface="宋体" script="Hans"/>
        <a:font typeface="新細明體" script="Hant"/>
        <a:font typeface="Times New Roman" script="Arab"/>
        <a:font typeface="Times New Roman" script="Hebr"/>
        <a:font typeface="Angsana New" script="Thai"/>
        <a:font typeface="Nyala" script="Ethi"/>
        <a:font typeface="Vrinda" script="Beng"/>
        <a:font typeface="Shruti" script="Gujr"/>
        <a:font typeface="MoolBoran" script="Khmr"/>
        <a:font typeface="Tunga" script="Knda"/>
        <a:font typeface="Raavi" script="Guru"/>
        <a:font typeface="Euphemia" script="Cans"/>
        <a:font typeface="Plantagenet Cherokee" script="Cher"/>
        <a:font typeface="Microsoft Yi Baiti" script="Yiii"/>
        <a:font typeface="Microsoft Himalaya" script="Tibt"/>
        <a:font typeface="MV Boli" script="Thaa"/>
        <a:font typeface="Mangal" script="Deva"/>
        <a:font typeface="Gautami" script="Telu"/>
        <a:font typeface="Latha" script="Taml"/>
        <a:font typeface="Estrangelo Edessa" script="Syrc"/>
        <a:font typeface="Kalinga" script="Orya"/>
        <a:font typeface="Kartika" script="Mlym"/>
        <a:font typeface="DokChampa" script="Laoo"/>
        <a:font typeface="Iskoola Pota" script="Sinh"/>
        <a:font typeface="Mongolian Baiti" script="Mong"/>
        <a:font typeface="Times New Roman" script="Viet"/>
        <a:font typeface="Microsoft Uighur" script="Uigh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algn="ctr" cap="flat" cmpd="sng">
          <a:solidFill>
            <a:schemeClr val="phClr">
              <a:shade val="95000"/>
              <a:satMod val="105000"/>
            </a:schemeClr>
          </a:solidFill>
          <a:prstDash val="solid"/>
        </a:ln>
        <a:ln w="25400" algn="ctr" cap="flat" cmpd="sng">
          <a:solidFill>
            <a:schemeClr val="phClr"/>
          </a:solidFill>
          <a:prstDash val="solid"/>
        </a:ln>
        <a:ln w="38100" algn="ctr" cap="flat" cmpd="sng">
          <a:solidFill>
            <a:schemeClr val="phClr"/>
          </a:solidFill>
          <a:prstDash val="solid"/>
        </a:ln>
      </a:lnStyleLst>
      <a:effectStyleLst>
        <a:effectStyle>
          <a:effectLst>
            <a:outerShdw rotWithShape="0" dir="5400000" blurRad="40000" dist="20000">
              <a:srgbClr val="000000">
                <a:alpha val="38000"/>
              </a:srgbClr>
            </a:outerShdw>
          </a:effectLst>
        </a:effectStyle>
        <a:effectStyle>
          <a:effectLst>
            <a:outerShdw rotWithShape="0" dir="5400000" blurRad="40000" dist="23000">
              <a:srgbClr val="000000">
                <a:alpha val="35000"/>
              </a:srgbClr>
            </a:outerShdw>
          </a:effectLst>
        </a:effectStyle>
        <a:effectStyle>
          <a:effectLst>
            <a:outerShdw rotWithShape="0" dir="5400000" blurRad="40000" dist="23000">
              <a:srgbClr val="000000">
                <a:alpha val="35000"/>
              </a:srgbClr>
            </a:outerShdw>
          </a:effectLst>
          <a:scene3d>
            <a:camera prst="orthographicFront">
              <a:rot rev="0" lon="0" lat="0"/>
            </a:camera>
            <a:lightRig dir="t" rig="threePt">
              <a:rot rev="1200000" lon="0" lat="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t="-80000" b="180000" r="50000" l="5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t="50000" b="50000" r="50000" l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Retrospect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Office">
      <a:majorFont>
        <a:latin typeface="Arial"/>
        <a:ea typeface=""/>
        <a:cs typeface=""/>
        <a:font typeface="ＭＳ Ｐゴシック" script="Jpan"/>
        <a:font typeface="맑은 고딕" script="Hang"/>
        <a:font typeface="宋体" script="Hans"/>
        <a:font typeface="新細明體" script="Hant"/>
        <a:font typeface="Times New Roman" script="Arab"/>
        <a:font typeface="Times New Roman" script="Hebr"/>
        <a:font typeface="Angsana New" script="Thai"/>
        <a:font typeface="Nyala" script="Ethi"/>
        <a:font typeface="Vrinda" script="Beng"/>
        <a:font typeface="Shruti" script="Gujr"/>
        <a:font typeface="MoolBoran" script="Khmr"/>
        <a:font typeface="Tunga" script="Knda"/>
        <a:font typeface="Raavi" script="Guru"/>
        <a:font typeface="Euphemia" script="Cans"/>
        <a:font typeface="Plantagenet Cherokee" script="Cher"/>
        <a:font typeface="Microsoft Yi Baiti" script="Yiii"/>
        <a:font typeface="Microsoft Himalaya" script="Tibt"/>
        <a:font typeface="MV Boli" script="Thaa"/>
        <a:font typeface="Mangal" script="Deva"/>
        <a:font typeface="Gautami" script="Telu"/>
        <a:font typeface="Latha" script="Taml"/>
        <a:font typeface="Estrangelo Edessa" script="Syrc"/>
        <a:font typeface="Kalinga" script="Orya"/>
        <a:font typeface="Kartika" script="Mlym"/>
        <a:font typeface="DokChampa" script="Laoo"/>
        <a:font typeface="Iskoola Pota" script="Sinh"/>
        <a:font typeface="Mongolian Baiti" script="Mong"/>
        <a:font typeface="Times New Roman" script="Viet"/>
        <a:font typeface="Microsoft Uighur" script="Uigh"/>
      </a:majorFont>
      <a:minorFont>
        <a:latin typeface="Arial"/>
        <a:ea typeface=""/>
        <a:cs typeface=""/>
        <a:font typeface="ＭＳ Ｐゴシック" script="Jpan"/>
        <a:font typeface="맑은 고딕" script="Hang"/>
        <a:font typeface="宋体" script="Hans"/>
        <a:font typeface="新細明體" script="Hant"/>
        <a:font typeface="Times New Roman" script="Arab"/>
        <a:font typeface="Times New Roman" script="Hebr"/>
        <a:font typeface="Angsana New" script="Thai"/>
        <a:font typeface="Nyala" script="Ethi"/>
        <a:font typeface="Vrinda" script="Beng"/>
        <a:font typeface="Shruti" script="Gujr"/>
        <a:font typeface="MoolBoran" script="Khmr"/>
        <a:font typeface="Tunga" script="Knda"/>
        <a:font typeface="Raavi" script="Guru"/>
        <a:font typeface="Euphemia" script="Cans"/>
        <a:font typeface="Plantagenet Cherokee" script="Cher"/>
        <a:font typeface="Microsoft Yi Baiti" script="Yiii"/>
        <a:font typeface="Microsoft Himalaya" script="Tibt"/>
        <a:font typeface="MV Boli" script="Thaa"/>
        <a:font typeface="Mangal" script="Deva"/>
        <a:font typeface="Gautami" script="Telu"/>
        <a:font typeface="Latha" script="Taml"/>
        <a:font typeface="Estrangelo Edessa" script="Syrc"/>
        <a:font typeface="Kalinga" script="Orya"/>
        <a:font typeface="Kartika" script="Mlym"/>
        <a:font typeface="DokChampa" script="Laoo"/>
        <a:font typeface="Iskoola Pota" script="Sinh"/>
        <a:font typeface="Mongolian Baiti" script="Mong"/>
        <a:font typeface="Times New Roman" script="Viet"/>
        <a:font typeface="Microsoft Uighur" script="Uigh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algn="ctr" cap="flat" cmpd="sng">
          <a:solidFill>
            <a:schemeClr val="phClr">
              <a:shade val="95000"/>
              <a:satMod val="105000"/>
            </a:schemeClr>
          </a:solidFill>
          <a:prstDash val="solid"/>
        </a:ln>
        <a:ln w="25400" algn="ctr" cap="flat" cmpd="sng">
          <a:solidFill>
            <a:schemeClr val="phClr"/>
          </a:solidFill>
          <a:prstDash val="solid"/>
        </a:ln>
        <a:ln w="38100" algn="ctr" cap="flat" cmpd="sng">
          <a:solidFill>
            <a:schemeClr val="phClr"/>
          </a:solidFill>
          <a:prstDash val="solid"/>
        </a:ln>
      </a:lnStyleLst>
      <a:effectStyleLst>
        <a:effectStyle>
          <a:effectLst>
            <a:outerShdw rotWithShape="0" dir="5400000" blurRad="40000" dist="20000">
              <a:srgbClr val="000000">
                <a:alpha val="38000"/>
              </a:srgbClr>
            </a:outerShdw>
          </a:effectLst>
        </a:effectStyle>
        <a:effectStyle>
          <a:effectLst>
            <a:outerShdw rotWithShape="0" dir="5400000" blurRad="40000" dist="23000">
              <a:srgbClr val="000000">
                <a:alpha val="35000"/>
              </a:srgbClr>
            </a:outerShdw>
          </a:effectLst>
        </a:effectStyle>
        <a:effectStyle>
          <a:effectLst>
            <a:outerShdw rotWithShape="0" dir="5400000" blurRad="40000" dist="23000">
              <a:srgbClr val="000000">
                <a:alpha val="35000"/>
              </a:srgbClr>
            </a:outerShdw>
          </a:effectLst>
          <a:scene3d>
            <a:camera prst="orthographicFront">
              <a:rot rev="0" lon="0" lat="0"/>
            </a:camera>
            <a:lightRig dir="t" rig="threePt">
              <a:rot rev="1200000" lon="0" lat="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t="-80000" b="180000" r="50000" l="5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t="50000" b="50000" r="50000" l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typeface="ＭＳ Ｐゴシック" script="Jpan"/>
        <a:font typeface="맑은 고딕" script="Hang"/>
        <a:font typeface="宋体" script="Hans"/>
        <a:font typeface="新細明體" script="Hant"/>
        <a:font typeface="Times New Roman" script="Arab"/>
        <a:font typeface="Times New Roman" script="Hebr"/>
        <a:font typeface="Angsana New" script="Thai"/>
        <a:font typeface="Nyala" script="Ethi"/>
        <a:font typeface="Vrinda" script="Beng"/>
        <a:font typeface="Shruti" script="Gujr"/>
        <a:font typeface="MoolBoran" script="Khmr"/>
        <a:font typeface="Tunga" script="Knda"/>
        <a:font typeface="Raavi" script="Guru"/>
        <a:font typeface="Euphemia" script="Cans"/>
        <a:font typeface="Plantagenet Cherokee" script="Cher"/>
        <a:font typeface="Microsoft Yi Baiti" script="Yiii"/>
        <a:font typeface="Microsoft Himalaya" script="Tibt"/>
        <a:font typeface="MV Boli" script="Thaa"/>
        <a:font typeface="Mangal" script="Deva"/>
        <a:font typeface="Gautami" script="Telu"/>
        <a:font typeface="Latha" script="Taml"/>
        <a:font typeface="Estrangelo Edessa" script="Syrc"/>
        <a:font typeface="Kalinga" script="Orya"/>
        <a:font typeface="Kartika" script="Mlym"/>
        <a:font typeface="DokChampa" script="Laoo"/>
        <a:font typeface="Iskoola Pota" script="Sinh"/>
        <a:font typeface="Mongolian Baiti" script="Mong"/>
        <a:font typeface="Times New Roman" script="Viet"/>
        <a:font typeface="Microsoft Uighur" script="Uigh"/>
      </a:majorFont>
      <a:minorFont>
        <a:latin typeface="Arial"/>
        <a:ea typeface=""/>
        <a:cs typeface=""/>
        <a:font typeface="ＭＳ Ｐゴシック" script="Jpan"/>
        <a:font typeface="맑은 고딕" script="Hang"/>
        <a:font typeface="宋体" script="Hans"/>
        <a:font typeface="新細明體" script="Hant"/>
        <a:font typeface="Times New Roman" script="Arab"/>
        <a:font typeface="Times New Roman" script="Hebr"/>
        <a:font typeface="Angsana New" script="Thai"/>
        <a:font typeface="Nyala" script="Ethi"/>
        <a:font typeface="Vrinda" script="Beng"/>
        <a:font typeface="Shruti" script="Gujr"/>
        <a:font typeface="MoolBoran" script="Khmr"/>
        <a:font typeface="Tunga" script="Knda"/>
        <a:font typeface="Raavi" script="Guru"/>
        <a:font typeface="Euphemia" script="Cans"/>
        <a:font typeface="Plantagenet Cherokee" script="Cher"/>
        <a:font typeface="Microsoft Yi Baiti" script="Yiii"/>
        <a:font typeface="Microsoft Himalaya" script="Tibt"/>
        <a:font typeface="MV Boli" script="Thaa"/>
        <a:font typeface="Mangal" script="Deva"/>
        <a:font typeface="Gautami" script="Telu"/>
        <a:font typeface="Latha" script="Taml"/>
        <a:font typeface="Estrangelo Edessa" script="Syrc"/>
        <a:font typeface="Kalinga" script="Orya"/>
        <a:font typeface="Kartika" script="Mlym"/>
        <a:font typeface="DokChampa" script="Laoo"/>
        <a:font typeface="Iskoola Pota" script="Sinh"/>
        <a:font typeface="Mongolian Baiti" script="Mong"/>
        <a:font typeface="Times New Roman" script="Viet"/>
        <a:font typeface="Microsoft Uighur" script="Uigh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algn="ctr" cap="flat" cmpd="sng">
          <a:solidFill>
            <a:schemeClr val="phClr">
              <a:shade val="95000"/>
              <a:satMod val="105000"/>
            </a:schemeClr>
          </a:solidFill>
          <a:prstDash val="solid"/>
        </a:ln>
        <a:ln w="25400" algn="ctr" cap="flat" cmpd="sng">
          <a:solidFill>
            <a:schemeClr val="phClr"/>
          </a:solidFill>
          <a:prstDash val="solid"/>
        </a:ln>
        <a:ln w="38100" algn="ctr" cap="flat" cmpd="sng">
          <a:solidFill>
            <a:schemeClr val="phClr"/>
          </a:solidFill>
          <a:prstDash val="solid"/>
        </a:ln>
      </a:lnStyleLst>
      <a:effectStyleLst>
        <a:effectStyle>
          <a:effectLst>
            <a:outerShdw rotWithShape="0" dir="5400000" blurRad="40000" dist="20000">
              <a:srgbClr val="000000">
                <a:alpha val="38000"/>
              </a:srgbClr>
            </a:outerShdw>
          </a:effectLst>
        </a:effectStyle>
        <a:effectStyle>
          <a:effectLst>
            <a:outerShdw rotWithShape="0" dir="5400000" blurRad="40000" dist="23000">
              <a:srgbClr val="000000">
                <a:alpha val="35000"/>
              </a:srgbClr>
            </a:outerShdw>
          </a:effectLst>
        </a:effectStyle>
        <a:effectStyle>
          <a:effectLst>
            <a:outerShdw rotWithShape="0" dir="5400000" blurRad="40000" dist="23000">
              <a:srgbClr val="000000">
                <a:alpha val="35000"/>
              </a:srgbClr>
            </a:outerShdw>
          </a:effectLst>
          <a:scene3d>
            <a:camera prst="orthographicFront">
              <a:rot rev="0" lon="0" lat="0"/>
            </a:camera>
            <a:lightRig dir="t" rig="threePt">
              <a:rot rev="1200000" lon="0" lat="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t="-80000" b="180000" r="50000" l="5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t="50000" b="50000" r="50000" l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